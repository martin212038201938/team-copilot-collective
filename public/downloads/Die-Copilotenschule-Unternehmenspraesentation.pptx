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8" r:id="rId4"/>
    <p:sldId id="258" r:id="rId5"/>
    <p:sldId id="259" r:id="rId6"/>
    <p:sldId id="261" r:id="rId7"/>
    <p:sldId id="262" r:id="rId8"/>
    <p:sldId id="263" r:id="rId9"/>
    <p:sldId id="264" r:id="rId10"/>
    <p:sldId id="267" r:id="rId11"/>
    <p:sldId id="269" r:id="rId12"/>
  </p:sldIdLst>
  <p:sldSz cx="12192000" cy="6858000"/>
  <p:notesSz cx="6858000" cy="9144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84"/>
    <p:restoredTop sz="94647"/>
  </p:normalViewPr>
  <p:slideViewPr>
    <p:cSldViewPr snapToGrid="0" snapToObjects="1">
      <p:cViewPr varScale="1">
        <p:scale>
          <a:sx n="146" d="100"/>
          <a:sy n="146" d="100"/>
        </p:scale>
        <p:origin x="1976"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3389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pic>
        <p:nvPicPr>
          <p:cNvPr id="3" name="Logo Copilotenschule" descr="Copilotenschule"/>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905" y="457200"/>
            <a:ext cx="2103120" cy="694099"/>
          </a:xfrm>
          <a:prstGeom prst="rect">
            <a:avLst/>
          </a:prstGeom>
        </p:spPr>
      </p:pic>
      <p:sp>
        <p:nvSpPr>
          <p:cNvPr id="4" name="Streifen 1"/>
          <p:cNvSpPr/>
          <p:nvPr userDrawn="1"/>
        </p:nvSpPr>
        <p:spPr>
          <a:xfrm>
            <a:off x="5852160" y="3017520"/>
            <a:ext cx="6339535" cy="3840480"/>
          </a:xfrm>
          <a:custGeom>
            <a:avLst/>
            <a:gdLst/>
            <a:ahLst/>
            <a:cxnLst/>
            <a:rect l="0" t="0" r="r" b="b"/>
            <a:pathLst>
              <a:path w="6339535" h="3840480">
                <a:moveTo>
                  <a:pt x="0" y="3840480"/>
                </a:moveTo>
                <a:lnTo>
                  <a:pt x="667166" y="3840480"/>
                </a:lnTo>
                <a:lnTo>
                  <a:pt x="2858549" y="188175"/>
                </a:lnTo>
                <a:lnTo>
                  <a:pt x="6339535" y="188175"/>
                </a:lnTo>
                <a:lnTo>
                  <a:pt x="6339535" y="0"/>
                </a:lnTo>
                <a:lnTo>
                  <a:pt x="2304288" y="0"/>
                </a:lnTo>
                <a:close/>
              </a:path>
            </a:pathLst>
          </a:custGeom>
          <a:solidFill>
            <a:schemeClr val="accent1"/>
          </a:solidFill>
          <a:ln>
            <a:noFill/>
          </a:ln>
        </p:spPr>
        <p:txBody>
          <a:bodyPr rtlCol="0" anchor="ctr"/>
          <a:lstStyle/>
          <a:p>
            <a:endParaRPr lang="de-DE"/>
          </a:p>
        </p:txBody>
      </p:sp>
      <p:sp>
        <p:nvSpPr>
          <p:cNvPr id="5" name="Streifen 2"/>
          <p:cNvSpPr/>
          <p:nvPr userDrawn="1"/>
        </p:nvSpPr>
        <p:spPr>
          <a:xfrm>
            <a:off x="6639073" y="3299782"/>
            <a:ext cx="5552622" cy="3558218"/>
          </a:xfrm>
          <a:custGeom>
            <a:avLst/>
            <a:gdLst/>
            <a:ahLst/>
            <a:cxnLst/>
            <a:rect l="0" t="0" r="r" b="b"/>
            <a:pathLst>
              <a:path w="5552622" h="3558218">
                <a:moveTo>
                  <a:pt x="0" y="3558218"/>
                </a:moveTo>
                <a:lnTo>
                  <a:pt x="667166" y="3558218"/>
                </a:lnTo>
                <a:lnTo>
                  <a:pt x="2689191" y="188175"/>
                </a:lnTo>
                <a:lnTo>
                  <a:pt x="5552622" y="188175"/>
                </a:lnTo>
                <a:lnTo>
                  <a:pt x="5552622" y="0"/>
                </a:lnTo>
                <a:lnTo>
                  <a:pt x="2134931" y="0"/>
                </a:lnTo>
                <a:close/>
              </a:path>
            </a:pathLst>
          </a:custGeom>
          <a:solidFill>
            <a:schemeClr val="accent3"/>
          </a:solidFill>
          <a:ln>
            <a:noFill/>
          </a:ln>
        </p:spPr>
        <p:txBody>
          <a:bodyPr rtlCol="0" anchor="ctr"/>
          <a:lstStyle/>
          <a:p>
            <a:endParaRPr lang="de-DE"/>
          </a:p>
        </p:txBody>
      </p:sp>
      <p:sp>
        <p:nvSpPr>
          <p:cNvPr id="6" name="Streifen 3"/>
          <p:cNvSpPr/>
          <p:nvPr userDrawn="1"/>
        </p:nvSpPr>
        <p:spPr>
          <a:xfrm>
            <a:off x="7425987" y="3582045"/>
            <a:ext cx="4765708" cy="3275955"/>
          </a:xfrm>
          <a:custGeom>
            <a:avLst/>
            <a:gdLst/>
            <a:ahLst/>
            <a:cxnLst/>
            <a:rect l="0" t="0" r="r" b="b"/>
            <a:pathLst>
              <a:path w="4765708" h="3275955">
                <a:moveTo>
                  <a:pt x="0" y="3275955"/>
                </a:moveTo>
                <a:lnTo>
                  <a:pt x="667166" y="3275955"/>
                </a:lnTo>
                <a:lnTo>
                  <a:pt x="2519834" y="188175"/>
                </a:lnTo>
                <a:lnTo>
                  <a:pt x="4765708" y="188175"/>
                </a:lnTo>
                <a:lnTo>
                  <a:pt x="4765708" y="0"/>
                </a:lnTo>
                <a:lnTo>
                  <a:pt x="1965573" y="0"/>
                </a:lnTo>
                <a:close/>
              </a:path>
            </a:pathLst>
          </a:custGeom>
          <a:solidFill>
            <a:schemeClr val="accent2"/>
          </a:solidFill>
          <a:ln>
            <a:noFill/>
          </a:ln>
        </p:spPr>
        <p:txBody>
          <a:bodyPr rtlCol="0" anchor="ctr"/>
          <a:lstStyle/>
          <a:p>
            <a:endParaRPr lang="de-DE"/>
          </a:p>
        </p:txBody>
      </p:sp>
      <p:sp>
        <p:nvSpPr>
          <p:cNvPr id="7" name="Dachzeile"/>
          <p:cNvSpPr>
            <a:spLocks noGrp="1"/>
          </p:cNvSpPr>
          <p:nvPr>
            <p:ph type="body" idx="13" hasCustomPrompt="1"/>
          </p:nvPr>
        </p:nvSpPr>
        <p:spPr>
          <a:xfrm>
            <a:off x="609905" y="2148840"/>
            <a:ext cx="6035040" cy="320040"/>
          </a:xfrm>
        </p:spPr>
        <p:txBody>
          <a:bodyPr lIns="0" tIns="0" rIns="0" bIns="0" anchor="b">
            <a:normAutofit/>
          </a:bodyPr>
          <a:lstStyle>
            <a:lvl1pPr marL="0" indent="0">
              <a:spcBef>
                <a:spcPts val="0"/>
              </a:spcBef>
              <a:buNone/>
              <a:defRPr lang="de-DE" sz="1400" b="1" i="1" cap="all" spc="110">
                <a:solidFill>
                  <a:schemeClr val="accent2"/>
                </a:solidFill>
                <a:latin typeface="Aptos Narrow"/>
              </a:defRPr>
            </a:lvl1pPr>
          </a:lstStyle>
          <a:p>
            <a:r>
              <a:rPr lang="de-DE"/>
              <a:t>DACHZEILE</a:t>
            </a:r>
          </a:p>
        </p:txBody>
      </p:sp>
      <p:sp>
        <p:nvSpPr>
          <p:cNvPr id="8" name="Titel"/>
          <p:cNvSpPr>
            <a:spLocks noGrp="1"/>
          </p:cNvSpPr>
          <p:nvPr>
            <p:ph type="ctrTitle" hasCustomPrompt="1"/>
          </p:nvPr>
        </p:nvSpPr>
        <p:spPr>
          <a:xfrm>
            <a:off x="609905" y="2560320"/>
            <a:ext cx="6309360" cy="1828800"/>
          </a:xfrm>
        </p:spPr>
        <p:txBody>
          <a:bodyPr lIns="0" tIns="0" rIns="0" bIns="0" anchor="t">
            <a:normAutofit/>
          </a:bodyPr>
          <a:lstStyle>
            <a:lvl1pPr marL="0" indent="0">
              <a:lnSpc>
                <a:spcPct val="92000"/>
              </a:lnSpc>
              <a:defRPr lang="de-DE" sz="5400"/>
            </a:lvl1pPr>
          </a:lstStyle>
          <a:p>
            <a:r>
              <a:rPr lang="de-DE"/>
              <a:t>Titel der Präsentation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userDrawn="1">
  <p:cSld name="Kapiteltrenner">
    <p:bg>
      <p:bgPr>
        <a:solidFill>
          <a:schemeClr val="bg1"/>
        </a:solidFill>
        <a:effectLst/>
      </p:bgPr>
    </p:bg>
    <p:spTree>
      <p:nvGrpSpPr>
        <p:cNvPr id="1" name=""/>
        <p:cNvGrpSpPr/>
        <p:nvPr/>
      </p:nvGrpSpPr>
      <p:grpSpPr>
        <a:xfrm>
          <a:off x="0" y="0"/>
          <a:ext cx="0" cy="0"/>
          <a:chOff x="0" y="0"/>
          <a:chExt cx="0" cy="0"/>
        </a:xfrm>
      </p:grpSpPr>
      <p:sp>
        <p:nvSpPr>
          <p:cNvPr id="3" name="Startnummer"/>
          <p:cNvSpPr/>
          <p:nvPr userDrawn="1"/>
        </p:nvSpPr>
        <p:spPr>
          <a:xfrm>
            <a:off x="609905" y="2331720"/>
            <a:ext cx="2194560" cy="2194560"/>
          </a:xfrm>
          <a:prstGeom prst="ellipse">
            <a:avLst/>
          </a:prstGeom>
          <a:solidFill>
            <a:schemeClr val="lt1"/>
          </a:solidFill>
          <a:ln>
            <a:noFill/>
          </a:ln>
        </p:spPr>
        <p:txBody>
          <a:bodyPr rtlCol="0" anchor="ctr"/>
          <a:lstStyle/>
          <a:p>
            <a:endParaRPr lang="de-DE"/>
          </a:p>
        </p:txBody>
      </p:sp>
      <p:sp>
        <p:nvSpPr>
          <p:cNvPr id="4" name="Kapitelnummer"/>
          <p:cNvSpPr>
            <a:spLocks noGrp="1"/>
          </p:cNvSpPr>
          <p:nvPr>
            <p:ph type="body" idx="14" hasCustomPrompt="1"/>
          </p:nvPr>
        </p:nvSpPr>
        <p:spPr>
          <a:xfrm>
            <a:off x="609905" y="2331720"/>
            <a:ext cx="2194560" cy="2194560"/>
          </a:xfrm>
        </p:spPr>
        <p:txBody>
          <a:bodyPr lIns="0" tIns="0" rIns="0" bIns="0" anchor="ctr">
            <a:normAutofit/>
          </a:bodyPr>
          <a:lstStyle>
            <a:lvl1pPr marL="0" indent="0" algn="ctr">
              <a:spcBef>
                <a:spcPts val="0"/>
              </a:spcBef>
              <a:buNone/>
              <a:defRPr lang="de-DE" sz="11000" b="1" i="1" spc="-200">
                <a:solidFill>
                  <a:schemeClr val="accent1"/>
                </a:solidFill>
                <a:latin typeface="Aptos Narrow"/>
              </a:defRPr>
            </a:lvl1pPr>
          </a:lstStyle>
          <a:p>
            <a:r>
              <a:rPr lang="de-DE"/>
              <a:t>01</a:t>
            </a:r>
          </a:p>
        </p:txBody>
      </p:sp>
      <p:sp>
        <p:nvSpPr>
          <p:cNvPr id="5" name="Dachzeile"/>
          <p:cNvSpPr>
            <a:spLocks noGrp="1"/>
          </p:cNvSpPr>
          <p:nvPr>
            <p:ph type="body" idx="13" hasCustomPrompt="1"/>
          </p:nvPr>
        </p:nvSpPr>
        <p:spPr>
          <a:xfrm>
            <a:off x="3337560" y="2651760"/>
            <a:ext cx="5852160" cy="320040"/>
          </a:xfrm>
        </p:spPr>
        <p:txBody>
          <a:bodyPr lIns="0" tIns="0" rIns="0" bIns="0" anchor="b">
            <a:normAutofit/>
          </a:bodyPr>
          <a:lstStyle>
            <a:lvl1pPr marL="0" indent="0">
              <a:spcBef>
                <a:spcPts val="0"/>
              </a:spcBef>
              <a:buNone/>
              <a:defRPr lang="de-DE" sz="1400" b="1" i="1" cap="all" spc="110">
                <a:solidFill>
                  <a:schemeClr val="accent3"/>
                </a:solidFill>
                <a:latin typeface="Aptos Narrow"/>
              </a:defRPr>
            </a:lvl1pPr>
          </a:lstStyle>
          <a:p>
            <a:r>
              <a:rPr lang="de-DE"/>
              <a:t>DACHZEILE</a:t>
            </a:r>
          </a:p>
        </p:txBody>
      </p:sp>
      <p:sp>
        <p:nvSpPr>
          <p:cNvPr id="6" name="Titel"/>
          <p:cNvSpPr>
            <a:spLocks noGrp="1"/>
          </p:cNvSpPr>
          <p:nvPr>
            <p:ph type="title" hasCustomPrompt="1"/>
          </p:nvPr>
        </p:nvSpPr>
        <p:spPr>
          <a:xfrm>
            <a:off x="3337560" y="3063240"/>
            <a:ext cx="5852160" cy="1463040"/>
          </a:xfrm>
        </p:spPr>
        <p:txBody>
          <a:bodyPr lIns="0" tIns="0" rIns="0" bIns="0" anchor="t">
            <a:normAutofit/>
          </a:bodyPr>
          <a:lstStyle>
            <a:lvl1pPr marL="0" indent="0">
              <a:lnSpc>
                <a:spcPct val="95000"/>
              </a:lnSpc>
              <a:defRPr lang="de-DE" sz="4400"/>
            </a:lvl1pPr>
          </a:lstStyle>
          <a:p>
            <a:r>
              <a:rPr lang="de-DE"/>
              <a:t>Kapiteltitel</a:t>
            </a:r>
          </a:p>
        </p:txBody>
      </p:sp>
      <p:sp>
        <p:nvSpPr>
          <p:cNvPr id="7" name="Streifen 1"/>
          <p:cNvSpPr/>
          <p:nvPr userDrawn="1"/>
        </p:nvSpPr>
        <p:spPr>
          <a:xfrm>
            <a:off x="8412480" y="4114800"/>
            <a:ext cx="3779215" cy="2743200"/>
          </a:xfrm>
          <a:custGeom>
            <a:avLst/>
            <a:gdLst/>
            <a:ahLst/>
            <a:cxnLst/>
            <a:rect l="0" t="0" r="r" b="b"/>
            <a:pathLst>
              <a:path w="3779215" h="2743200">
                <a:moveTo>
                  <a:pt x="0" y="2743200"/>
                </a:moveTo>
                <a:lnTo>
                  <a:pt x="476547" y="2743200"/>
                </a:lnTo>
                <a:lnTo>
                  <a:pt x="2041821" y="134411"/>
                </a:lnTo>
                <a:lnTo>
                  <a:pt x="3779215" y="134411"/>
                </a:lnTo>
                <a:lnTo>
                  <a:pt x="3779215" y="0"/>
                </a:lnTo>
                <a:lnTo>
                  <a:pt x="1645920" y="0"/>
                </a:lnTo>
                <a:close/>
              </a:path>
            </a:pathLst>
          </a:custGeom>
          <a:solidFill>
            <a:schemeClr val="lt1"/>
          </a:solidFill>
          <a:ln>
            <a:noFill/>
          </a:ln>
        </p:spPr>
        <p:txBody>
          <a:bodyPr rtlCol="0" anchor="ctr"/>
          <a:lstStyle/>
          <a:p>
            <a:endParaRPr lang="de-DE"/>
          </a:p>
        </p:txBody>
      </p:sp>
      <p:sp>
        <p:nvSpPr>
          <p:cNvPr id="8" name="Streifen 2"/>
          <p:cNvSpPr/>
          <p:nvPr userDrawn="1"/>
        </p:nvSpPr>
        <p:spPr>
          <a:xfrm>
            <a:off x="8974561" y="4316416"/>
            <a:ext cx="3217134" cy="2541584"/>
          </a:xfrm>
          <a:custGeom>
            <a:avLst/>
            <a:gdLst/>
            <a:ahLst/>
            <a:cxnLst/>
            <a:rect l="0" t="0" r="r" b="b"/>
            <a:pathLst>
              <a:path w="3217134" h="2541584">
                <a:moveTo>
                  <a:pt x="0" y="2541584"/>
                </a:moveTo>
                <a:lnTo>
                  <a:pt x="476547" y="2541584"/>
                </a:lnTo>
                <a:lnTo>
                  <a:pt x="1920851" y="134411"/>
                </a:lnTo>
                <a:lnTo>
                  <a:pt x="3217134" y="134411"/>
                </a:lnTo>
                <a:lnTo>
                  <a:pt x="3217134" y="0"/>
                </a:lnTo>
                <a:lnTo>
                  <a:pt x="1524950" y="0"/>
                </a:lnTo>
                <a:close/>
              </a:path>
            </a:pathLst>
          </a:custGeom>
          <a:solidFill>
            <a:schemeClr val="accent3"/>
          </a:solidFill>
          <a:ln>
            <a:noFill/>
          </a:ln>
        </p:spPr>
        <p:txBody>
          <a:bodyPr rtlCol="0" anchor="ctr"/>
          <a:lstStyle/>
          <a:p>
            <a:endParaRPr lang="de-DE"/>
          </a:p>
        </p:txBody>
      </p:sp>
      <p:sp>
        <p:nvSpPr>
          <p:cNvPr id="9" name="Streifen 3"/>
          <p:cNvSpPr/>
          <p:nvPr userDrawn="1"/>
        </p:nvSpPr>
        <p:spPr>
          <a:xfrm>
            <a:off x="9536642" y="4518032"/>
            <a:ext cx="2655053" cy="2339968"/>
          </a:xfrm>
          <a:custGeom>
            <a:avLst/>
            <a:gdLst/>
            <a:ahLst/>
            <a:cxnLst/>
            <a:rect l="0" t="0" r="r" b="b"/>
            <a:pathLst>
              <a:path w="2655053" h="2339968">
                <a:moveTo>
                  <a:pt x="0" y="2339968"/>
                </a:moveTo>
                <a:lnTo>
                  <a:pt x="476547" y="2339968"/>
                </a:lnTo>
                <a:lnTo>
                  <a:pt x="1799881" y="134411"/>
                </a:lnTo>
                <a:lnTo>
                  <a:pt x="2655053" y="134411"/>
                </a:lnTo>
                <a:lnTo>
                  <a:pt x="2655053" y="0"/>
                </a:lnTo>
                <a:lnTo>
                  <a:pt x="1403981" y="0"/>
                </a:lnTo>
                <a:close/>
              </a:path>
            </a:pathLst>
          </a:custGeom>
          <a:solidFill>
            <a:schemeClr val="accent2"/>
          </a:solidFill>
          <a:ln>
            <a:noFill/>
          </a:ln>
        </p:spPr>
        <p:txBody>
          <a:bodyPr rtlCol="0" anchor="ctr"/>
          <a:lstStyle/>
          <a:p>
            <a:endParaRPr lang="de-DE"/>
          </a:p>
        </p:txBody>
      </p:sp>
    </p:spTree>
  </p:cSld>
  <p:clrMapOvr>
    <a:overrideClrMapping bg1="dk2" tx1="lt1" bg2="dk1" tx2="lt1" accent1="accent1" accent2="accent2" accent3="accent3" accent4="accent4" accent5="accent5" accent6="accent6" hlink="accent3" folHlink="accent5"/>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bg>
      <p:bgPr>
        <a:solidFill>
          <a:schemeClr val="bg1"/>
        </a:solidFill>
        <a:effectLst/>
      </p:bgPr>
    </p:bg>
    <p:spTree>
      <p:nvGrpSpPr>
        <p:cNvPr id="1" name=""/>
        <p:cNvGrpSpPr/>
        <p:nvPr/>
      </p:nvGrpSpPr>
      <p:grpSpPr>
        <a:xfrm>
          <a:off x="0" y="0"/>
          <a:ext cx="0" cy="0"/>
          <a:chOff x="0" y="0"/>
          <a:chExt cx="0" cy="0"/>
        </a:xfrm>
      </p:grpSpPr>
      <p:sp>
        <p:nvSpPr>
          <p:cNvPr id="7" name="Inhalt"/>
          <p:cNvSpPr>
            <a:spLocks noGrp="1"/>
          </p:cNvSpPr>
          <p:nvPr>
            <p:ph type="body" idx="1" hasCustomPrompt="1"/>
          </p:nvPr>
        </p:nvSpPr>
        <p:spPr>
          <a:xfrm>
            <a:off x="609905" y="1737360"/>
            <a:ext cx="7899758" cy="3977640"/>
          </a:xfrm>
        </p:spPr>
        <p:txBody>
          <a:bodyPr lIns="0" tIns="0" rIns="0" bIns="0" anchor="t">
            <a:normAutofit/>
          </a:bodyPr>
          <a:lstStyle/>
          <a:p>
            <a:r>
              <a:rPr lang="de-DE"/>
              <a:t>Text eingeben</a:t>
            </a:r>
          </a:p>
        </p:txBody>
      </p:sp>
      <p:pic>
        <p:nvPicPr>
          <p:cNvPr id="8" name="Logo Copilotenschule" descr="Copilotenschule"/>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69714" y="6319551"/>
            <a:ext cx="1143000" cy="377228"/>
          </a:xfrm>
          <a:prstGeom prst="rect">
            <a:avLst/>
          </a:prstGeom>
        </p:spPr>
      </p:pic>
      <p:sp>
        <p:nvSpPr>
          <p:cNvPr id="2" name="Streifen 1">
            <a:extLst>
              <a:ext uri="{FF2B5EF4-FFF2-40B4-BE49-F238E27FC236}">
                <a16:creationId xmlns:a16="http://schemas.microsoft.com/office/drawing/2014/main" id="{2BDE0EF8-D232-A8DA-69D8-024038D5CA18}"/>
              </a:ext>
            </a:extLst>
          </p:cNvPr>
          <p:cNvSpPr/>
          <p:nvPr userDrawn="1"/>
        </p:nvSpPr>
        <p:spPr>
          <a:xfrm>
            <a:off x="207512" y="161221"/>
            <a:ext cx="11984488" cy="822960"/>
          </a:xfrm>
          <a:custGeom>
            <a:avLst/>
            <a:gdLst/>
            <a:ahLst/>
            <a:cxnLst/>
            <a:rect l="0" t="0" r="r" b="b"/>
            <a:pathLst>
              <a:path w="11581790" h="822960">
                <a:moveTo>
                  <a:pt x="0" y="822960"/>
                </a:moveTo>
                <a:lnTo>
                  <a:pt x="142964" y="822960"/>
                </a:lnTo>
                <a:lnTo>
                  <a:pt x="612546" y="40323"/>
                </a:lnTo>
                <a:lnTo>
                  <a:pt x="11581790" y="40323"/>
                </a:lnTo>
                <a:lnTo>
                  <a:pt x="11581790" y="0"/>
                </a:lnTo>
                <a:lnTo>
                  <a:pt x="493776" y="0"/>
                </a:lnTo>
                <a:close/>
              </a:path>
            </a:pathLst>
          </a:custGeom>
          <a:solidFill>
            <a:schemeClr val="accent1"/>
          </a:solidFill>
          <a:ln>
            <a:noFill/>
          </a:ln>
        </p:spPr>
        <p:txBody>
          <a:bodyPr rtlCol="0" anchor="ctr"/>
          <a:lstStyle/>
          <a:p>
            <a:endParaRPr lang="de-DE"/>
          </a:p>
        </p:txBody>
      </p:sp>
      <p:sp>
        <p:nvSpPr>
          <p:cNvPr id="9" name="Streifen 2">
            <a:extLst>
              <a:ext uri="{FF2B5EF4-FFF2-40B4-BE49-F238E27FC236}">
                <a16:creationId xmlns:a16="http://schemas.microsoft.com/office/drawing/2014/main" id="{EAA2A16F-78C8-A1A1-112C-E93F603E1FB2}"/>
              </a:ext>
            </a:extLst>
          </p:cNvPr>
          <p:cNvSpPr/>
          <p:nvPr userDrawn="1"/>
        </p:nvSpPr>
        <p:spPr>
          <a:xfrm>
            <a:off x="376136" y="216569"/>
            <a:ext cx="11815864" cy="762475"/>
          </a:xfrm>
          <a:custGeom>
            <a:avLst/>
            <a:gdLst/>
            <a:ahLst/>
            <a:cxnLst/>
            <a:rect l="0" t="0" r="r" b="b"/>
            <a:pathLst>
              <a:path w="11413166" h="762475">
                <a:moveTo>
                  <a:pt x="0" y="762475"/>
                </a:moveTo>
                <a:lnTo>
                  <a:pt x="142964" y="762475"/>
                </a:lnTo>
                <a:lnTo>
                  <a:pt x="576255" y="40323"/>
                </a:lnTo>
                <a:lnTo>
                  <a:pt x="11413166" y="40323"/>
                </a:lnTo>
                <a:lnTo>
                  <a:pt x="11413166" y="0"/>
                </a:lnTo>
                <a:lnTo>
                  <a:pt x="457485" y="0"/>
                </a:lnTo>
                <a:close/>
              </a:path>
            </a:pathLst>
          </a:custGeom>
          <a:solidFill>
            <a:schemeClr val="accent3"/>
          </a:solidFill>
          <a:ln>
            <a:noFill/>
          </a:ln>
        </p:spPr>
        <p:txBody>
          <a:bodyPr rtlCol="0" anchor="ctr"/>
          <a:lstStyle/>
          <a:p>
            <a:endParaRPr lang="de-DE"/>
          </a:p>
        </p:txBody>
      </p:sp>
      <p:sp>
        <p:nvSpPr>
          <p:cNvPr id="10" name="Streifen 3">
            <a:extLst>
              <a:ext uri="{FF2B5EF4-FFF2-40B4-BE49-F238E27FC236}">
                <a16:creationId xmlns:a16="http://schemas.microsoft.com/office/drawing/2014/main" id="{555F78A5-6682-15E5-6206-EEA91E9DD9D2}"/>
              </a:ext>
            </a:extLst>
          </p:cNvPr>
          <p:cNvSpPr/>
          <p:nvPr userDrawn="1"/>
        </p:nvSpPr>
        <p:spPr>
          <a:xfrm>
            <a:off x="544760" y="277054"/>
            <a:ext cx="11647240" cy="701990"/>
          </a:xfrm>
          <a:custGeom>
            <a:avLst/>
            <a:gdLst/>
            <a:ahLst/>
            <a:cxnLst/>
            <a:rect l="0" t="0" r="r" b="b"/>
            <a:pathLst>
              <a:path w="11244542" h="701990">
                <a:moveTo>
                  <a:pt x="0" y="701990"/>
                </a:moveTo>
                <a:lnTo>
                  <a:pt x="142964" y="701990"/>
                </a:lnTo>
                <a:lnTo>
                  <a:pt x="539964" y="40323"/>
                </a:lnTo>
                <a:lnTo>
                  <a:pt x="11244542" y="40323"/>
                </a:lnTo>
                <a:lnTo>
                  <a:pt x="11244542" y="0"/>
                </a:lnTo>
                <a:lnTo>
                  <a:pt x="421194" y="0"/>
                </a:lnTo>
                <a:close/>
              </a:path>
            </a:pathLst>
          </a:custGeom>
          <a:solidFill>
            <a:schemeClr val="accent2"/>
          </a:solidFill>
          <a:ln>
            <a:noFill/>
          </a:ln>
        </p:spPr>
        <p:txBody>
          <a:bodyPr rtlCol="0" anchor="ctr"/>
          <a:lstStyle/>
          <a:p>
            <a:endParaRPr lang="de-DE"/>
          </a:p>
        </p:txBody>
      </p:sp>
      <p:sp>
        <p:nvSpPr>
          <p:cNvPr id="11" name="Titel">
            <a:extLst>
              <a:ext uri="{FF2B5EF4-FFF2-40B4-BE49-F238E27FC236}">
                <a16:creationId xmlns:a16="http://schemas.microsoft.com/office/drawing/2014/main" id="{E891ED1D-D6B6-28F0-0DE6-2FA0DD6ED8EA}"/>
              </a:ext>
            </a:extLst>
          </p:cNvPr>
          <p:cNvSpPr>
            <a:spLocks noGrp="1"/>
          </p:cNvSpPr>
          <p:nvPr>
            <p:ph type="title" hasCustomPrompt="1"/>
          </p:nvPr>
        </p:nvSpPr>
        <p:spPr>
          <a:xfrm>
            <a:off x="1227720" y="468764"/>
            <a:ext cx="9984334" cy="822960"/>
          </a:xfrm>
        </p:spPr>
        <p:txBody>
          <a:bodyPr lIns="0" tIns="0" rIns="0" bIns="0" anchor="t">
            <a:normAutofit/>
          </a:bodyPr>
          <a:lstStyle/>
          <a:p>
            <a:r>
              <a:rPr lang="de-DE"/>
              <a:t>Folientitel eingeben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bg>
      <p:bgPr>
        <a:solidFill>
          <a:schemeClr val="bg1"/>
        </a:solidFill>
        <a:effectLst/>
      </p:bgPr>
    </p:bg>
    <p:spTree>
      <p:nvGrpSpPr>
        <p:cNvPr id="1" name=""/>
        <p:cNvGrpSpPr/>
        <p:nvPr/>
      </p:nvGrpSpPr>
      <p:grpSpPr>
        <a:xfrm>
          <a:off x="0" y="0"/>
          <a:ext cx="0" cy="0"/>
          <a:chOff x="0" y="0"/>
          <a:chExt cx="0" cy="0"/>
        </a:xfrm>
      </p:grpSpPr>
      <p:sp>
        <p:nvSpPr>
          <p:cNvPr id="7" name="Inhalt links"/>
          <p:cNvSpPr>
            <a:spLocks noGrp="1"/>
          </p:cNvSpPr>
          <p:nvPr>
            <p:ph type="body" idx="1" hasCustomPrompt="1"/>
          </p:nvPr>
        </p:nvSpPr>
        <p:spPr>
          <a:xfrm>
            <a:off x="609905" y="1737360"/>
            <a:ext cx="5257343" cy="3977640"/>
          </a:xfrm>
        </p:spPr>
        <p:txBody>
          <a:bodyPr lIns="0" tIns="0" rIns="0" bIns="0" anchor="t">
            <a:normAutofit/>
          </a:bodyPr>
          <a:lstStyle/>
          <a:p>
            <a:r>
              <a:rPr lang="de-DE"/>
              <a:t>Text eingeben</a:t>
            </a:r>
          </a:p>
        </p:txBody>
      </p:sp>
      <p:sp>
        <p:nvSpPr>
          <p:cNvPr id="8" name="Inhalt rechts"/>
          <p:cNvSpPr>
            <a:spLocks noGrp="1"/>
          </p:cNvSpPr>
          <p:nvPr>
            <p:ph type="body" idx="2" hasCustomPrompt="1"/>
          </p:nvPr>
        </p:nvSpPr>
        <p:spPr>
          <a:xfrm>
            <a:off x="6324448" y="1737360"/>
            <a:ext cx="5257343" cy="3977640"/>
          </a:xfrm>
        </p:spPr>
        <p:txBody>
          <a:bodyPr lIns="0" tIns="0" rIns="0" bIns="0" anchor="t">
            <a:normAutofit/>
          </a:bodyPr>
          <a:lstStyle/>
          <a:p>
            <a:r>
              <a:rPr lang="de-DE"/>
              <a:t>Text eingeben</a:t>
            </a:r>
          </a:p>
        </p:txBody>
      </p:sp>
      <p:pic>
        <p:nvPicPr>
          <p:cNvPr id="2" name="Logo Copilotenschule" descr="Copilotenschule">
            <a:extLst>
              <a:ext uri="{FF2B5EF4-FFF2-40B4-BE49-F238E27FC236}">
                <a16:creationId xmlns:a16="http://schemas.microsoft.com/office/drawing/2014/main" id="{16D00EB7-2289-B714-D8CE-915AC215D4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69714" y="6319551"/>
            <a:ext cx="1143000" cy="377228"/>
          </a:xfrm>
          <a:prstGeom prst="rect">
            <a:avLst/>
          </a:prstGeom>
        </p:spPr>
      </p:pic>
      <p:sp>
        <p:nvSpPr>
          <p:cNvPr id="9" name="Streifen 1">
            <a:extLst>
              <a:ext uri="{FF2B5EF4-FFF2-40B4-BE49-F238E27FC236}">
                <a16:creationId xmlns:a16="http://schemas.microsoft.com/office/drawing/2014/main" id="{8EC0D05F-641D-47D1-DF5C-5445F41EDDB0}"/>
              </a:ext>
            </a:extLst>
          </p:cNvPr>
          <p:cNvSpPr/>
          <p:nvPr userDrawn="1"/>
        </p:nvSpPr>
        <p:spPr>
          <a:xfrm>
            <a:off x="207512" y="161221"/>
            <a:ext cx="11984488" cy="822960"/>
          </a:xfrm>
          <a:custGeom>
            <a:avLst/>
            <a:gdLst/>
            <a:ahLst/>
            <a:cxnLst/>
            <a:rect l="0" t="0" r="r" b="b"/>
            <a:pathLst>
              <a:path w="11581790" h="822960">
                <a:moveTo>
                  <a:pt x="0" y="822960"/>
                </a:moveTo>
                <a:lnTo>
                  <a:pt x="142964" y="822960"/>
                </a:lnTo>
                <a:lnTo>
                  <a:pt x="612546" y="40323"/>
                </a:lnTo>
                <a:lnTo>
                  <a:pt x="11581790" y="40323"/>
                </a:lnTo>
                <a:lnTo>
                  <a:pt x="11581790" y="0"/>
                </a:lnTo>
                <a:lnTo>
                  <a:pt x="493776" y="0"/>
                </a:lnTo>
                <a:close/>
              </a:path>
            </a:pathLst>
          </a:custGeom>
          <a:solidFill>
            <a:schemeClr val="accent1"/>
          </a:solidFill>
          <a:ln>
            <a:noFill/>
          </a:ln>
        </p:spPr>
        <p:txBody>
          <a:bodyPr rtlCol="0" anchor="ctr"/>
          <a:lstStyle/>
          <a:p>
            <a:endParaRPr lang="de-DE"/>
          </a:p>
        </p:txBody>
      </p:sp>
      <p:sp>
        <p:nvSpPr>
          <p:cNvPr id="10" name="Streifen 2">
            <a:extLst>
              <a:ext uri="{FF2B5EF4-FFF2-40B4-BE49-F238E27FC236}">
                <a16:creationId xmlns:a16="http://schemas.microsoft.com/office/drawing/2014/main" id="{77AD8ABB-7C07-CF45-F626-BE4D6EE12ECE}"/>
              </a:ext>
            </a:extLst>
          </p:cNvPr>
          <p:cNvSpPr/>
          <p:nvPr userDrawn="1"/>
        </p:nvSpPr>
        <p:spPr>
          <a:xfrm>
            <a:off x="376136" y="216569"/>
            <a:ext cx="11815864" cy="762475"/>
          </a:xfrm>
          <a:custGeom>
            <a:avLst/>
            <a:gdLst/>
            <a:ahLst/>
            <a:cxnLst/>
            <a:rect l="0" t="0" r="r" b="b"/>
            <a:pathLst>
              <a:path w="11413166" h="762475">
                <a:moveTo>
                  <a:pt x="0" y="762475"/>
                </a:moveTo>
                <a:lnTo>
                  <a:pt x="142964" y="762475"/>
                </a:lnTo>
                <a:lnTo>
                  <a:pt x="576255" y="40323"/>
                </a:lnTo>
                <a:lnTo>
                  <a:pt x="11413166" y="40323"/>
                </a:lnTo>
                <a:lnTo>
                  <a:pt x="11413166" y="0"/>
                </a:lnTo>
                <a:lnTo>
                  <a:pt x="457485" y="0"/>
                </a:lnTo>
                <a:close/>
              </a:path>
            </a:pathLst>
          </a:custGeom>
          <a:solidFill>
            <a:schemeClr val="accent3"/>
          </a:solidFill>
          <a:ln>
            <a:noFill/>
          </a:ln>
        </p:spPr>
        <p:txBody>
          <a:bodyPr rtlCol="0" anchor="ctr"/>
          <a:lstStyle/>
          <a:p>
            <a:endParaRPr lang="de-DE"/>
          </a:p>
        </p:txBody>
      </p:sp>
      <p:sp>
        <p:nvSpPr>
          <p:cNvPr id="11" name="Streifen 3">
            <a:extLst>
              <a:ext uri="{FF2B5EF4-FFF2-40B4-BE49-F238E27FC236}">
                <a16:creationId xmlns:a16="http://schemas.microsoft.com/office/drawing/2014/main" id="{9E5D7B71-7A67-6FD5-A1D5-E207D5BEAECE}"/>
              </a:ext>
            </a:extLst>
          </p:cNvPr>
          <p:cNvSpPr/>
          <p:nvPr userDrawn="1"/>
        </p:nvSpPr>
        <p:spPr>
          <a:xfrm>
            <a:off x="544760" y="277054"/>
            <a:ext cx="11647240" cy="701990"/>
          </a:xfrm>
          <a:custGeom>
            <a:avLst/>
            <a:gdLst/>
            <a:ahLst/>
            <a:cxnLst/>
            <a:rect l="0" t="0" r="r" b="b"/>
            <a:pathLst>
              <a:path w="11244542" h="701990">
                <a:moveTo>
                  <a:pt x="0" y="701990"/>
                </a:moveTo>
                <a:lnTo>
                  <a:pt x="142964" y="701990"/>
                </a:lnTo>
                <a:lnTo>
                  <a:pt x="539964" y="40323"/>
                </a:lnTo>
                <a:lnTo>
                  <a:pt x="11244542" y="40323"/>
                </a:lnTo>
                <a:lnTo>
                  <a:pt x="11244542" y="0"/>
                </a:lnTo>
                <a:lnTo>
                  <a:pt x="421194" y="0"/>
                </a:lnTo>
                <a:close/>
              </a:path>
            </a:pathLst>
          </a:custGeom>
          <a:solidFill>
            <a:schemeClr val="accent2"/>
          </a:solidFill>
          <a:ln>
            <a:noFill/>
          </a:ln>
        </p:spPr>
        <p:txBody>
          <a:bodyPr rtlCol="0" anchor="ctr"/>
          <a:lstStyle/>
          <a:p>
            <a:endParaRPr lang="de-DE"/>
          </a:p>
        </p:txBody>
      </p:sp>
      <p:sp>
        <p:nvSpPr>
          <p:cNvPr id="12" name="Titel">
            <a:extLst>
              <a:ext uri="{FF2B5EF4-FFF2-40B4-BE49-F238E27FC236}">
                <a16:creationId xmlns:a16="http://schemas.microsoft.com/office/drawing/2014/main" id="{0B75DC48-94DB-88DD-EF0E-031B5BE22A3C}"/>
              </a:ext>
            </a:extLst>
          </p:cNvPr>
          <p:cNvSpPr>
            <a:spLocks noGrp="1"/>
          </p:cNvSpPr>
          <p:nvPr>
            <p:ph type="title" hasCustomPrompt="1"/>
          </p:nvPr>
        </p:nvSpPr>
        <p:spPr>
          <a:xfrm>
            <a:off x="1227720" y="468764"/>
            <a:ext cx="9984334" cy="822960"/>
          </a:xfrm>
        </p:spPr>
        <p:txBody>
          <a:bodyPr lIns="0" tIns="0" rIns="0" bIns="0" anchor="t">
            <a:normAutofit/>
          </a:bodyPr>
          <a:lstStyle/>
          <a:p>
            <a:r>
              <a:rPr lang="de-DE"/>
              <a:t>Folientitel eingeben</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gleich">
    <p:bg>
      <p:bgPr>
        <a:solidFill>
          <a:schemeClr val="bg1"/>
        </a:solidFill>
        <a:effectLst/>
      </p:bgPr>
    </p:bg>
    <p:spTree>
      <p:nvGrpSpPr>
        <p:cNvPr id="1" name=""/>
        <p:cNvGrpSpPr/>
        <p:nvPr/>
      </p:nvGrpSpPr>
      <p:grpSpPr>
        <a:xfrm>
          <a:off x="0" y="0"/>
          <a:ext cx="0" cy="0"/>
          <a:chOff x="0" y="0"/>
          <a:chExt cx="0" cy="0"/>
        </a:xfrm>
      </p:grpSpPr>
      <p:sp>
        <p:nvSpPr>
          <p:cNvPr id="7" name="Überschrift links"/>
          <p:cNvSpPr>
            <a:spLocks noGrp="1"/>
          </p:cNvSpPr>
          <p:nvPr>
            <p:ph type="body" idx="3" hasCustomPrompt="1"/>
          </p:nvPr>
        </p:nvSpPr>
        <p:spPr>
          <a:xfrm>
            <a:off x="609905" y="1737360"/>
            <a:ext cx="5257343" cy="457200"/>
          </a:xfrm>
        </p:spPr>
        <p:txBody>
          <a:bodyPr lIns="0" tIns="0" rIns="0" bIns="0" anchor="b">
            <a:normAutofit/>
          </a:bodyPr>
          <a:lstStyle>
            <a:lvl1pPr marL="0" indent="0">
              <a:spcBef>
                <a:spcPts val="0"/>
              </a:spcBef>
              <a:buNone/>
              <a:defRPr lang="de-DE" sz="2200" b="1">
                <a:solidFill>
                  <a:schemeClr val="tx2"/>
                </a:solidFill>
              </a:defRPr>
            </a:lvl1pPr>
          </a:lstStyle>
          <a:p>
            <a:r>
              <a:rPr lang="de-DE"/>
              <a:t>Überschrift</a:t>
            </a:r>
          </a:p>
        </p:txBody>
      </p:sp>
      <p:sp>
        <p:nvSpPr>
          <p:cNvPr id="8" name="Linie links"/>
          <p:cNvSpPr/>
          <p:nvPr userDrawn="1"/>
        </p:nvSpPr>
        <p:spPr>
          <a:xfrm>
            <a:off x="609905" y="2286000"/>
            <a:ext cx="5257343" cy="32004"/>
          </a:xfrm>
          <a:prstGeom prst="rect">
            <a:avLst/>
          </a:prstGeom>
          <a:solidFill>
            <a:schemeClr val="accent4"/>
          </a:solidFill>
          <a:ln>
            <a:noFill/>
          </a:ln>
        </p:spPr>
        <p:txBody>
          <a:bodyPr rtlCol="0" anchor="ctr"/>
          <a:lstStyle/>
          <a:p>
            <a:endParaRPr lang="de-DE"/>
          </a:p>
        </p:txBody>
      </p:sp>
      <p:sp>
        <p:nvSpPr>
          <p:cNvPr id="9" name="Inhalt links"/>
          <p:cNvSpPr>
            <a:spLocks noGrp="1"/>
          </p:cNvSpPr>
          <p:nvPr>
            <p:ph type="body" idx="1" hasCustomPrompt="1"/>
          </p:nvPr>
        </p:nvSpPr>
        <p:spPr>
          <a:xfrm>
            <a:off x="609905" y="2468880"/>
            <a:ext cx="5257343" cy="3246120"/>
          </a:xfrm>
        </p:spPr>
        <p:txBody>
          <a:bodyPr lIns="0" tIns="0" rIns="0" bIns="0" anchor="t">
            <a:normAutofit/>
          </a:bodyPr>
          <a:lstStyle/>
          <a:p>
            <a:r>
              <a:rPr lang="de-DE"/>
              <a:t>Text eingeben</a:t>
            </a:r>
          </a:p>
        </p:txBody>
      </p:sp>
      <p:sp>
        <p:nvSpPr>
          <p:cNvPr id="10" name="Überschrift rechts"/>
          <p:cNvSpPr>
            <a:spLocks noGrp="1"/>
          </p:cNvSpPr>
          <p:nvPr>
            <p:ph type="body" idx="4" hasCustomPrompt="1"/>
          </p:nvPr>
        </p:nvSpPr>
        <p:spPr>
          <a:xfrm>
            <a:off x="6324448" y="1737360"/>
            <a:ext cx="5257343" cy="457200"/>
          </a:xfrm>
        </p:spPr>
        <p:txBody>
          <a:bodyPr lIns="0" tIns="0" rIns="0" bIns="0" anchor="b">
            <a:normAutofit/>
          </a:bodyPr>
          <a:lstStyle>
            <a:lvl1pPr marL="0" indent="0">
              <a:spcBef>
                <a:spcPts val="0"/>
              </a:spcBef>
              <a:buNone/>
              <a:defRPr lang="de-DE" sz="2200" b="1">
                <a:solidFill>
                  <a:schemeClr val="tx2"/>
                </a:solidFill>
              </a:defRPr>
            </a:lvl1pPr>
          </a:lstStyle>
          <a:p>
            <a:r>
              <a:rPr lang="de-DE"/>
              <a:t>Überschrift</a:t>
            </a:r>
          </a:p>
        </p:txBody>
      </p:sp>
      <p:sp>
        <p:nvSpPr>
          <p:cNvPr id="11" name="Linie rechts"/>
          <p:cNvSpPr/>
          <p:nvPr userDrawn="1"/>
        </p:nvSpPr>
        <p:spPr>
          <a:xfrm>
            <a:off x="6324448" y="2286000"/>
            <a:ext cx="5257343" cy="32004"/>
          </a:xfrm>
          <a:prstGeom prst="rect">
            <a:avLst/>
          </a:prstGeom>
          <a:solidFill>
            <a:schemeClr val="accent2"/>
          </a:solidFill>
          <a:ln>
            <a:noFill/>
          </a:ln>
        </p:spPr>
        <p:txBody>
          <a:bodyPr rtlCol="0" anchor="ctr"/>
          <a:lstStyle/>
          <a:p>
            <a:endParaRPr lang="de-DE"/>
          </a:p>
        </p:txBody>
      </p:sp>
      <p:sp>
        <p:nvSpPr>
          <p:cNvPr id="12" name="Inhalt rechts"/>
          <p:cNvSpPr>
            <a:spLocks noGrp="1"/>
          </p:cNvSpPr>
          <p:nvPr>
            <p:ph type="body" idx="2" hasCustomPrompt="1"/>
          </p:nvPr>
        </p:nvSpPr>
        <p:spPr>
          <a:xfrm>
            <a:off x="6324448" y="2468880"/>
            <a:ext cx="5257343" cy="3246120"/>
          </a:xfrm>
        </p:spPr>
        <p:txBody>
          <a:bodyPr lIns="0" tIns="0" rIns="0" bIns="0" anchor="t">
            <a:normAutofit/>
          </a:bodyPr>
          <a:lstStyle/>
          <a:p>
            <a:r>
              <a:rPr lang="de-DE"/>
              <a:t>Text eingeben</a:t>
            </a:r>
          </a:p>
        </p:txBody>
      </p:sp>
      <p:pic>
        <p:nvPicPr>
          <p:cNvPr id="2" name="Logo Copilotenschule" descr="Copilotenschule">
            <a:extLst>
              <a:ext uri="{FF2B5EF4-FFF2-40B4-BE49-F238E27FC236}">
                <a16:creationId xmlns:a16="http://schemas.microsoft.com/office/drawing/2014/main" id="{B8754318-B053-7DE1-4096-2D5522C93B7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69714" y="6319551"/>
            <a:ext cx="1143000" cy="377228"/>
          </a:xfrm>
          <a:prstGeom prst="rect">
            <a:avLst/>
          </a:prstGeom>
        </p:spPr>
      </p:pic>
      <p:sp>
        <p:nvSpPr>
          <p:cNvPr id="3" name="Streifen 1">
            <a:extLst>
              <a:ext uri="{FF2B5EF4-FFF2-40B4-BE49-F238E27FC236}">
                <a16:creationId xmlns:a16="http://schemas.microsoft.com/office/drawing/2014/main" id="{31F67380-DDAC-CBD7-7107-F1FB5D84445A}"/>
              </a:ext>
            </a:extLst>
          </p:cNvPr>
          <p:cNvSpPr/>
          <p:nvPr userDrawn="1"/>
        </p:nvSpPr>
        <p:spPr>
          <a:xfrm>
            <a:off x="207512" y="161221"/>
            <a:ext cx="11984488" cy="822960"/>
          </a:xfrm>
          <a:custGeom>
            <a:avLst/>
            <a:gdLst/>
            <a:ahLst/>
            <a:cxnLst/>
            <a:rect l="0" t="0" r="r" b="b"/>
            <a:pathLst>
              <a:path w="11581790" h="822960">
                <a:moveTo>
                  <a:pt x="0" y="822960"/>
                </a:moveTo>
                <a:lnTo>
                  <a:pt x="142964" y="822960"/>
                </a:lnTo>
                <a:lnTo>
                  <a:pt x="612546" y="40323"/>
                </a:lnTo>
                <a:lnTo>
                  <a:pt x="11581790" y="40323"/>
                </a:lnTo>
                <a:lnTo>
                  <a:pt x="11581790" y="0"/>
                </a:lnTo>
                <a:lnTo>
                  <a:pt x="493776" y="0"/>
                </a:lnTo>
                <a:close/>
              </a:path>
            </a:pathLst>
          </a:custGeom>
          <a:solidFill>
            <a:schemeClr val="accent1"/>
          </a:solidFill>
          <a:ln>
            <a:noFill/>
          </a:ln>
        </p:spPr>
        <p:txBody>
          <a:bodyPr rtlCol="0" anchor="ctr"/>
          <a:lstStyle/>
          <a:p>
            <a:endParaRPr lang="de-DE"/>
          </a:p>
        </p:txBody>
      </p:sp>
      <p:sp>
        <p:nvSpPr>
          <p:cNvPr id="4" name="Streifen 2">
            <a:extLst>
              <a:ext uri="{FF2B5EF4-FFF2-40B4-BE49-F238E27FC236}">
                <a16:creationId xmlns:a16="http://schemas.microsoft.com/office/drawing/2014/main" id="{AD255F0D-9249-AD08-77D8-6BD1C8A2DE70}"/>
              </a:ext>
            </a:extLst>
          </p:cNvPr>
          <p:cNvSpPr/>
          <p:nvPr userDrawn="1"/>
        </p:nvSpPr>
        <p:spPr>
          <a:xfrm>
            <a:off x="376136" y="216569"/>
            <a:ext cx="11815864" cy="762475"/>
          </a:xfrm>
          <a:custGeom>
            <a:avLst/>
            <a:gdLst/>
            <a:ahLst/>
            <a:cxnLst/>
            <a:rect l="0" t="0" r="r" b="b"/>
            <a:pathLst>
              <a:path w="11413166" h="762475">
                <a:moveTo>
                  <a:pt x="0" y="762475"/>
                </a:moveTo>
                <a:lnTo>
                  <a:pt x="142964" y="762475"/>
                </a:lnTo>
                <a:lnTo>
                  <a:pt x="576255" y="40323"/>
                </a:lnTo>
                <a:lnTo>
                  <a:pt x="11413166" y="40323"/>
                </a:lnTo>
                <a:lnTo>
                  <a:pt x="11413166" y="0"/>
                </a:lnTo>
                <a:lnTo>
                  <a:pt x="457485" y="0"/>
                </a:lnTo>
                <a:close/>
              </a:path>
            </a:pathLst>
          </a:custGeom>
          <a:solidFill>
            <a:schemeClr val="accent3"/>
          </a:solidFill>
          <a:ln>
            <a:noFill/>
          </a:ln>
        </p:spPr>
        <p:txBody>
          <a:bodyPr rtlCol="0" anchor="ctr"/>
          <a:lstStyle/>
          <a:p>
            <a:endParaRPr lang="de-DE"/>
          </a:p>
        </p:txBody>
      </p:sp>
      <p:sp>
        <p:nvSpPr>
          <p:cNvPr id="5" name="Streifen 3">
            <a:extLst>
              <a:ext uri="{FF2B5EF4-FFF2-40B4-BE49-F238E27FC236}">
                <a16:creationId xmlns:a16="http://schemas.microsoft.com/office/drawing/2014/main" id="{40ADE274-7055-6D3E-A0A3-A008835D84F3}"/>
              </a:ext>
            </a:extLst>
          </p:cNvPr>
          <p:cNvSpPr/>
          <p:nvPr userDrawn="1"/>
        </p:nvSpPr>
        <p:spPr>
          <a:xfrm>
            <a:off x="544760" y="277054"/>
            <a:ext cx="11647240" cy="701990"/>
          </a:xfrm>
          <a:custGeom>
            <a:avLst/>
            <a:gdLst/>
            <a:ahLst/>
            <a:cxnLst/>
            <a:rect l="0" t="0" r="r" b="b"/>
            <a:pathLst>
              <a:path w="11244542" h="701990">
                <a:moveTo>
                  <a:pt x="0" y="701990"/>
                </a:moveTo>
                <a:lnTo>
                  <a:pt x="142964" y="701990"/>
                </a:lnTo>
                <a:lnTo>
                  <a:pt x="539964" y="40323"/>
                </a:lnTo>
                <a:lnTo>
                  <a:pt x="11244542" y="40323"/>
                </a:lnTo>
                <a:lnTo>
                  <a:pt x="11244542" y="0"/>
                </a:lnTo>
                <a:lnTo>
                  <a:pt x="421194" y="0"/>
                </a:lnTo>
                <a:close/>
              </a:path>
            </a:pathLst>
          </a:custGeom>
          <a:solidFill>
            <a:schemeClr val="accent2"/>
          </a:solidFill>
          <a:ln>
            <a:noFill/>
          </a:ln>
        </p:spPr>
        <p:txBody>
          <a:bodyPr rtlCol="0" anchor="ctr"/>
          <a:lstStyle/>
          <a:p>
            <a:endParaRPr lang="de-DE"/>
          </a:p>
        </p:txBody>
      </p:sp>
      <p:sp>
        <p:nvSpPr>
          <p:cNvPr id="6" name="Titel">
            <a:extLst>
              <a:ext uri="{FF2B5EF4-FFF2-40B4-BE49-F238E27FC236}">
                <a16:creationId xmlns:a16="http://schemas.microsoft.com/office/drawing/2014/main" id="{127A2708-7324-EAC5-8B1A-5DE6C98D2FCE}"/>
              </a:ext>
            </a:extLst>
          </p:cNvPr>
          <p:cNvSpPr>
            <a:spLocks noGrp="1"/>
          </p:cNvSpPr>
          <p:nvPr>
            <p:ph type="title" hasCustomPrompt="1"/>
          </p:nvPr>
        </p:nvSpPr>
        <p:spPr>
          <a:xfrm>
            <a:off x="1227720" y="468764"/>
            <a:ext cx="9984334" cy="822960"/>
          </a:xfrm>
        </p:spPr>
        <p:txBody>
          <a:bodyPr lIns="0" tIns="0" rIns="0" bIns="0" anchor="t">
            <a:normAutofit/>
          </a:bodyPr>
          <a:lstStyle/>
          <a:p>
            <a:r>
              <a:rPr lang="de-DE"/>
              <a:t>Folientitel eingeben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mit Bild">
    <p:bg>
      <p:bgPr>
        <a:solidFill>
          <a:schemeClr val="bg1"/>
        </a:solidFill>
        <a:effectLst/>
      </p:bgPr>
    </p:bg>
    <p:spTree>
      <p:nvGrpSpPr>
        <p:cNvPr id="1" name=""/>
        <p:cNvGrpSpPr/>
        <p:nvPr/>
      </p:nvGrpSpPr>
      <p:grpSpPr>
        <a:xfrm>
          <a:off x="0" y="0"/>
          <a:ext cx="0" cy="0"/>
          <a:chOff x="0" y="0"/>
          <a:chExt cx="0" cy="0"/>
        </a:xfrm>
      </p:grpSpPr>
      <p:sp>
        <p:nvSpPr>
          <p:cNvPr id="7" name="Inhalt"/>
          <p:cNvSpPr>
            <a:spLocks noGrp="1"/>
          </p:cNvSpPr>
          <p:nvPr>
            <p:ph type="body" idx="1" hasCustomPrompt="1"/>
          </p:nvPr>
        </p:nvSpPr>
        <p:spPr>
          <a:xfrm>
            <a:off x="609905" y="2011680"/>
            <a:ext cx="5394960" cy="3657600"/>
          </a:xfrm>
        </p:spPr>
        <p:txBody>
          <a:bodyPr lIns="0" tIns="0" rIns="0" bIns="0" anchor="t">
            <a:normAutofit/>
          </a:bodyPr>
          <a:lstStyle/>
          <a:p>
            <a:r>
              <a:rPr lang="de-DE"/>
              <a:t>Text eingeben</a:t>
            </a:r>
          </a:p>
        </p:txBody>
      </p:sp>
      <p:sp>
        <p:nvSpPr>
          <p:cNvPr id="8" name="Bild"/>
          <p:cNvSpPr>
            <a:spLocks noGrp="1"/>
          </p:cNvSpPr>
          <p:nvPr>
            <p:ph type="pic" sz="quarter" idx="10"/>
          </p:nvPr>
        </p:nvSpPr>
        <p:spPr>
          <a:xfrm>
            <a:off x="6492240" y="0"/>
            <a:ext cx="5699455" cy="6858000"/>
          </a:xfrm>
          <a:solidFill>
            <a:schemeClr val="bg2"/>
          </a:solidFill>
        </p:spPr>
        <p:txBody>
          <a:bodyPr lIns="0" tIns="0" rIns="0" bIns="0" anchor="ctr"/>
          <a:lstStyle>
            <a:lvl1pPr marL="0" indent="0" algn="ctr">
              <a:buNone/>
              <a:defRPr lang="de-DE" sz="1400">
                <a:solidFill>
                  <a:schemeClr val="tx2"/>
                </a:solidFill>
              </a:defRPr>
            </a:lvl1pPr>
          </a:lstStyle>
          <a:p>
            <a:r>
              <a:rPr lang="de-DE"/>
              <a:t>Bild durch Klicken auf Symbol hinzufügen</a:t>
            </a:r>
          </a:p>
        </p:txBody>
      </p:sp>
      <p:sp>
        <p:nvSpPr>
          <p:cNvPr id="3" name="Streifen 1">
            <a:extLst>
              <a:ext uri="{FF2B5EF4-FFF2-40B4-BE49-F238E27FC236}">
                <a16:creationId xmlns:a16="http://schemas.microsoft.com/office/drawing/2014/main" id="{5230E3C5-0790-0D53-DA16-6E5BF28BFD91}"/>
              </a:ext>
            </a:extLst>
          </p:cNvPr>
          <p:cNvSpPr/>
          <p:nvPr userDrawn="1"/>
        </p:nvSpPr>
        <p:spPr>
          <a:xfrm>
            <a:off x="207512" y="161221"/>
            <a:ext cx="11984488" cy="822960"/>
          </a:xfrm>
          <a:custGeom>
            <a:avLst/>
            <a:gdLst/>
            <a:ahLst/>
            <a:cxnLst/>
            <a:rect l="0" t="0" r="r" b="b"/>
            <a:pathLst>
              <a:path w="11581790" h="822960">
                <a:moveTo>
                  <a:pt x="0" y="822960"/>
                </a:moveTo>
                <a:lnTo>
                  <a:pt x="142964" y="822960"/>
                </a:lnTo>
                <a:lnTo>
                  <a:pt x="612546" y="40323"/>
                </a:lnTo>
                <a:lnTo>
                  <a:pt x="11581790" y="40323"/>
                </a:lnTo>
                <a:lnTo>
                  <a:pt x="11581790" y="0"/>
                </a:lnTo>
                <a:lnTo>
                  <a:pt x="493776" y="0"/>
                </a:lnTo>
                <a:close/>
              </a:path>
            </a:pathLst>
          </a:custGeom>
          <a:solidFill>
            <a:schemeClr val="accent1"/>
          </a:solidFill>
          <a:ln>
            <a:noFill/>
          </a:ln>
        </p:spPr>
        <p:txBody>
          <a:bodyPr rtlCol="0" anchor="ctr"/>
          <a:lstStyle/>
          <a:p>
            <a:endParaRPr lang="de-DE"/>
          </a:p>
        </p:txBody>
      </p:sp>
      <p:sp>
        <p:nvSpPr>
          <p:cNvPr id="4" name="Streifen 2">
            <a:extLst>
              <a:ext uri="{FF2B5EF4-FFF2-40B4-BE49-F238E27FC236}">
                <a16:creationId xmlns:a16="http://schemas.microsoft.com/office/drawing/2014/main" id="{B0A4C69D-C2AA-63A0-8AAE-711ACF1D0D78}"/>
              </a:ext>
            </a:extLst>
          </p:cNvPr>
          <p:cNvSpPr/>
          <p:nvPr userDrawn="1"/>
        </p:nvSpPr>
        <p:spPr>
          <a:xfrm>
            <a:off x="376136" y="216569"/>
            <a:ext cx="11815864" cy="762475"/>
          </a:xfrm>
          <a:custGeom>
            <a:avLst/>
            <a:gdLst/>
            <a:ahLst/>
            <a:cxnLst/>
            <a:rect l="0" t="0" r="r" b="b"/>
            <a:pathLst>
              <a:path w="11413166" h="762475">
                <a:moveTo>
                  <a:pt x="0" y="762475"/>
                </a:moveTo>
                <a:lnTo>
                  <a:pt x="142964" y="762475"/>
                </a:lnTo>
                <a:lnTo>
                  <a:pt x="576255" y="40323"/>
                </a:lnTo>
                <a:lnTo>
                  <a:pt x="11413166" y="40323"/>
                </a:lnTo>
                <a:lnTo>
                  <a:pt x="11413166" y="0"/>
                </a:lnTo>
                <a:lnTo>
                  <a:pt x="457485" y="0"/>
                </a:lnTo>
                <a:close/>
              </a:path>
            </a:pathLst>
          </a:custGeom>
          <a:solidFill>
            <a:schemeClr val="accent3"/>
          </a:solidFill>
          <a:ln>
            <a:noFill/>
          </a:ln>
        </p:spPr>
        <p:txBody>
          <a:bodyPr rtlCol="0" anchor="ctr"/>
          <a:lstStyle/>
          <a:p>
            <a:endParaRPr lang="de-DE"/>
          </a:p>
        </p:txBody>
      </p:sp>
      <p:sp>
        <p:nvSpPr>
          <p:cNvPr id="5" name="Streifen 3">
            <a:extLst>
              <a:ext uri="{FF2B5EF4-FFF2-40B4-BE49-F238E27FC236}">
                <a16:creationId xmlns:a16="http://schemas.microsoft.com/office/drawing/2014/main" id="{C202463D-CB98-E72D-55F5-D2AC9E51CEDC}"/>
              </a:ext>
            </a:extLst>
          </p:cNvPr>
          <p:cNvSpPr/>
          <p:nvPr userDrawn="1"/>
        </p:nvSpPr>
        <p:spPr>
          <a:xfrm>
            <a:off x="544760" y="277054"/>
            <a:ext cx="11647240" cy="701990"/>
          </a:xfrm>
          <a:custGeom>
            <a:avLst/>
            <a:gdLst/>
            <a:ahLst/>
            <a:cxnLst/>
            <a:rect l="0" t="0" r="r" b="b"/>
            <a:pathLst>
              <a:path w="11244542" h="701990">
                <a:moveTo>
                  <a:pt x="0" y="701990"/>
                </a:moveTo>
                <a:lnTo>
                  <a:pt x="142964" y="701990"/>
                </a:lnTo>
                <a:lnTo>
                  <a:pt x="539964" y="40323"/>
                </a:lnTo>
                <a:lnTo>
                  <a:pt x="11244542" y="40323"/>
                </a:lnTo>
                <a:lnTo>
                  <a:pt x="11244542" y="0"/>
                </a:lnTo>
                <a:lnTo>
                  <a:pt x="421194" y="0"/>
                </a:lnTo>
                <a:close/>
              </a:path>
            </a:pathLst>
          </a:custGeom>
          <a:solidFill>
            <a:schemeClr val="accent2"/>
          </a:solidFill>
          <a:ln>
            <a:noFill/>
          </a:ln>
        </p:spPr>
        <p:txBody>
          <a:bodyPr rtlCol="0" anchor="ctr"/>
          <a:lstStyle/>
          <a:p>
            <a:endParaRPr lang="de-DE"/>
          </a:p>
        </p:txBody>
      </p:sp>
      <p:sp>
        <p:nvSpPr>
          <p:cNvPr id="6" name="Titel">
            <a:extLst>
              <a:ext uri="{FF2B5EF4-FFF2-40B4-BE49-F238E27FC236}">
                <a16:creationId xmlns:a16="http://schemas.microsoft.com/office/drawing/2014/main" id="{76BFFEBC-7DD7-06B9-A1DB-BF333DF577BD}"/>
              </a:ext>
            </a:extLst>
          </p:cNvPr>
          <p:cNvSpPr>
            <a:spLocks noGrp="1"/>
          </p:cNvSpPr>
          <p:nvPr>
            <p:ph type="title" hasCustomPrompt="1"/>
          </p:nvPr>
        </p:nvSpPr>
        <p:spPr>
          <a:xfrm>
            <a:off x="1227720" y="468764"/>
            <a:ext cx="9984334" cy="822960"/>
          </a:xfrm>
        </p:spPr>
        <p:txBody>
          <a:bodyPr lIns="0" tIns="0" rIns="0" bIns="0" anchor="t">
            <a:normAutofit/>
          </a:bodyPr>
          <a:lstStyle/>
          <a:p>
            <a:r>
              <a:rPr lang="de-DE"/>
              <a:t>Folientitel eingeben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ur Titel">
    <p:bg>
      <p:bgPr>
        <a:solidFill>
          <a:schemeClr val="bg1"/>
        </a:solidFill>
        <a:effectLst/>
      </p:bgPr>
    </p:bg>
    <p:spTree>
      <p:nvGrpSpPr>
        <p:cNvPr id="1" name=""/>
        <p:cNvGrpSpPr/>
        <p:nvPr/>
      </p:nvGrpSpPr>
      <p:grpSpPr>
        <a:xfrm>
          <a:off x="0" y="0"/>
          <a:ext cx="0" cy="0"/>
          <a:chOff x="0" y="0"/>
          <a:chExt cx="0" cy="0"/>
        </a:xfrm>
      </p:grpSpPr>
      <p:pic>
        <p:nvPicPr>
          <p:cNvPr id="2" name="Logo Copilotenschule" descr="Copilotenschule">
            <a:extLst>
              <a:ext uri="{FF2B5EF4-FFF2-40B4-BE49-F238E27FC236}">
                <a16:creationId xmlns:a16="http://schemas.microsoft.com/office/drawing/2014/main" id="{411184B8-9EC8-591F-0CE0-D2FCF951FD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69714" y="6319551"/>
            <a:ext cx="1143000" cy="377228"/>
          </a:xfrm>
          <a:prstGeom prst="rect">
            <a:avLst/>
          </a:prstGeom>
        </p:spPr>
      </p:pic>
      <p:sp>
        <p:nvSpPr>
          <p:cNvPr id="3" name="Streifen 1">
            <a:extLst>
              <a:ext uri="{FF2B5EF4-FFF2-40B4-BE49-F238E27FC236}">
                <a16:creationId xmlns:a16="http://schemas.microsoft.com/office/drawing/2014/main" id="{7CBC6CA9-14CE-829B-643E-D6B2A49D0995}"/>
              </a:ext>
            </a:extLst>
          </p:cNvPr>
          <p:cNvSpPr/>
          <p:nvPr userDrawn="1"/>
        </p:nvSpPr>
        <p:spPr>
          <a:xfrm>
            <a:off x="207512" y="161221"/>
            <a:ext cx="11984488" cy="822960"/>
          </a:xfrm>
          <a:custGeom>
            <a:avLst/>
            <a:gdLst/>
            <a:ahLst/>
            <a:cxnLst/>
            <a:rect l="0" t="0" r="r" b="b"/>
            <a:pathLst>
              <a:path w="11581790" h="822960">
                <a:moveTo>
                  <a:pt x="0" y="822960"/>
                </a:moveTo>
                <a:lnTo>
                  <a:pt x="142964" y="822960"/>
                </a:lnTo>
                <a:lnTo>
                  <a:pt x="612546" y="40323"/>
                </a:lnTo>
                <a:lnTo>
                  <a:pt x="11581790" y="40323"/>
                </a:lnTo>
                <a:lnTo>
                  <a:pt x="11581790" y="0"/>
                </a:lnTo>
                <a:lnTo>
                  <a:pt x="493776" y="0"/>
                </a:lnTo>
                <a:close/>
              </a:path>
            </a:pathLst>
          </a:custGeom>
          <a:solidFill>
            <a:schemeClr val="accent1"/>
          </a:solidFill>
          <a:ln>
            <a:noFill/>
          </a:ln>
        </p:spPr>
        <p:txBody>
          <a:bodyPr rtlCol="0" anchor="ctr"/>
          <a:lstStyle/>
          <a:p>
            <a:endParaRPr lang="de-DE"/>
          </a:p>
        </p:txBody>
      </p:sp>
      <p:sp>
        <p:nvSpPr>
          <p:cNvPr id="4" name="Streifen 2">
            <a:extLst>
              <a:ext uri="{FF2B5EF4-FFF2-40B4-BE49-F238E27FC236}">
                <a16:creationId xmlns:a16="http://schemas.microsoft.com/office/drawing/2014/main" id="{69511E45-3631-9221-13A2-0F8B00A99F3D}"/>
              </a:ext>
            </a:extLst>
          </p:cNvPr>
          <p:cNvSpPr/>
          <p:nvPr userDrawn="1"/>
        </p:nvSpPr>
        <p:spPr>
          <a:xfrm>
            <a:off x="376136" y="216569"/>
            <a:ext cx="11815864" cy="762475"/>
          </a:xfrm>
          <a:custGeom>
            <a:avLst/>
            <a:gdLst/>
            <a:ahLst/>
            <a:cxnLst/>
            <a:rect l="0" t="0" r="r" b="b"/>
            <a:pathLst>
              <a:path w="11413166" h="762475">
                <a:moveTo>
                  <a:pt x="0" y="762475"/>
                </a:moveTo>
                <a:lnTo>
                  <a:pt x="142964" y="762475"/>
                </a:lnTo>
                <a:lnTo>
                  <a:pt x="576255" y="40323"/>
                </a:lnTo>
                <a:lnTo>
                  <a:pt x="11413166" y="40323"/>
                </a:lnTo>
                <a:lnTo>
                  <a:pt x="11413166" y="0"/>
                </a:lnTo>
                <a:lnTo>
                  <a:pt x="457485" y="0"/>
                </a:lnTo>
                <a:close/>
              </a:path>
            </a:pathLst>
          </a:custGeom>
          <a:solidFill>
            <a:schemeClr val="accent3"/>
          </a:solidFill>
          <a:ln>
            <a:noFill/>
          </a:ln>
        </p:spPr>
        <p:txBody>
          <a:bodyPr rtlCol="0" anchor="ctr"/>
          <a:lstStyle/>
          <a:p>
            <a:endParaRPr lang="de-DE"/>
          </a:p>
        </p:txBody>
      </p:sp>
      <p:sp>
        <p:nvSpPr>
          <p:cNvPr id="5" name="Streifen 3">
            <a:extLst>
              <a:ext uri="{FF2B5EF4-FFF2-40B4-BE49-F238E27FC236}">
                <a16:creationId xmlns:a16="http://schemas.microsoft.com/office/drawing/2014/main" id="{AB84D7A2-C560-6E3B-6A5C-749811CA88B4}"/>
              </a:ext>
            </a:extLst>
          </p:cNvPr>
          <p:cNvSpPr/>
          <p:nvPr userDrawn="1"/>
        </p:nvSpPr>
        <p:spPr>
          <a:xfrm>
            <a:off x="544760" y="277054"/>
            <a:ext cx="11647240" cy="701990"/>
          </a:xfrm>
          <a:custGeom>
            <a:avLst/>
            <a:gdLst/>
            <a:ahLst/>
            <a:cxnLst/>
            <a:rect l="0" t="0" r="r" b="b"/>
            <a:pathLst>
              <a:path w="11244542" h="701990">
                <a:moveTo>
                  <a:pt x="0" y="701990"/>
                </a:moveTo>
                <a:lnTo>
                  <a:pt x="142964" y="701990"/>
                </a:lnTo>
                <a:lnTo>
                  <a:pt x="539964" y="40323"/>
                </a:lnTo>
                <a:lnTo>
                  <a:pt x="11244542" y="40323"/>
                </a:lnTo>
                <a:lnTo>
                  <a:pt x="11244542" y="0"/>
                </a:lnTo>
                <a:lnTo>
                  <a:pt x="421194" y="0"/>
                </a:lnTo>
                <a:close/>
              </a:path>
            </a:pathLst>
          </a:custGeom>
          <a:solidFill>
            <a:schemeClr val="accent2"/>
          </a:solidFill>
          <a:ln>
            <a:noFill/>
          </a:ln>
        </p:spPr>
        <p:txBody>
          <a:bodyPr rtlCol="0" anchor="ctr"/>
          <a:lstStyle/>
          <a:p>
            <a:endParaRPr lang="de-DE"/>
          </a:p>
        </p:txBody>
      </p:sp>
      <p:sp>
        <p:nvSpPr>
          <p:cNvPr id="6" name="Titel">
            <a:extLst>
              <a:ext uri="{FF2B5EF4-FFF2-40B4-BE49-F238E27FC236}">
                <a16:creationId xmlns:a16="http://schemas.microsoft.com/office/drawing/2014/main" id="{09C38B9C-C78C-D89C-99FB-0C81DED6C15C}"/>
              </a:ext>
            </a:extLst>
          </p:cNvPr>
          <p:cNvSpPr>
            <a:spLocks noGrp="1"/>
          </p:cNvSpPr>
          <p:nvPr>
            <p:ph type="title" hasCustomPrompt="1"/>
          </p:nvPr>
        </p:nvSpPr>
        <p:spPr>
          <a:xfrm>
            <a:off x="1227720" y="468764"/>
            <a:ext cx="9984334" cy="822960"/>
          </a:xfrm>
        </p:spPr>
        <p:txBody>
          <a:bodyPr lIns="0" tIns="0" rIns="0" bIns="0" anchor="t">
            <a:normAutofit/>
          </a:bodyPr>
          <a:lstStyle/>
          <a:p>
            <a:r>
              <a:rPr lang="de-DE"/>
              <a:t>Folientitel eingeben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nnzahl">
    <p:bg>
      <p:bgPr>
        <a:solidFill>
          <a:schemeClr val="bg1"/>
        </a:solidFill>
        <a:effectLst/>
      </p:bgPr>
    </p:bg>
    <p:spTree>
      <p:nvGrpSpPr>
        <p:cNvPr id="1" name=""/>
        <p:cNvGrpSpPr/>
        <p:nvPr/>
      </p:nvGrpSpPr>
      <p:grpSpPr>
        <a:xfrm>
          <a:off x="0" y="0"/>
          <a:ext cx="0" cy="0"/>
          <a:chOff x="0" y="0"/>
          <a:chExt cx="0" cy="0"/>
        </a:xfrm>
      </p:grpSpPr>
      <p:sp>
        <p:nvSpPr>
          <p:cNvPr id="3" name="Dachzeile"/>
          <p:cNvSpPr>
            <a:spLocks noGrp="1"/>
          </p:cNvSpPr>
          <p:nvPr>
            <p:ph type="body" idx="13" hasCustomPrompt="1"/>
          </p:nvPr>
        </p:nvSpPr>
        <p:spPr>
          <a:xfrm>
            <a:off x="609905" y="1051560"/>
            <a:ext cx="6400800" cy="320040"/>
          </a:xfrm>
        </p:spPr>
        <p:txBody>
          <a:bodyPr lIns="0" tIns="0" rIns="0" bIns="0" anchor="b">
            <a:normAutofit/>
          </a:bodyPr>
          <a:lstStyle>
            <a:lvl1pPr marL="0" indent="0">
              <a:spcBef>
                <a:spcPts val="0"/>
              </a:spcBef>
              <a:buNone/>
              <a:defRPr lang="de-DE" sz="1400" b="1" i="1" cap="all" spc="110">
                <a:solidFill>
                  <a:schemeClr val="accent2"/>
                </a:solidFill>
                <a:latin typeface="Aptos Narrow"/>
              </a:defRPr>
            </a:lvl1pPr>
          </a:lstStyle>
          <a:p>
            <a:r>
              <a:rPr lang="de-DE"/>
              <a:t>DACHZEILE</a:t>
            </a:r>
          </a:p>
        </p:txBody>
      </p:sp>
      <p:sp>
        <p:nvSpPr>
          <p:cNvPr id="4" name="Kennzahl"/>
          <p:cNvSpPr>
            <a:spLocks noGrp="1"/>
          </p:cNvSpPr>
          <p:nvPr>
            <p:ph type="body" idx="14" hasCustomPrompt="1"/>
          </p:nvPr>
        </p:nvSpPr>
        <p:spPr>
          <a:xfrm>
            <a:off x="609905" y="1417320"/>
            <a:ext cx="6583680" cy="2468880"/>
          </a:xfrm>
        </p:spPr>
        <p:txBody>
          <a:bodyPr lIns="0" tIns="0" rIns="0" bIns="0" anchor="ctr">
            <a:normAutofit/>
          </a:bodyPr>
          <a:lstStyle>
            <a:lvl1pPr marL="0" indent="0">
              <a:spcBef>
                <a:spcPts val="0"/>
              </a:spcBef>
              <a:buNone/>
              <a:defRPr lang="de-DE" sz="18000" b="1" i="1" spc="-300">
                <a:solidFill>
                  <a:schemeClr val="tx2"/>
                </a:solidFill>
                <a:latin typeface="Aptos Narrow"/>
              </a:defRPr>
            </a:lvl1pPr>
          </a:lstStyle>
          <a:p>
            <a:r>
              <a:rPr lang="de-DE"/>
              <a:t>00</a:t>
            </a:r>
          </a:p>
        </p:txBody>
      </p:sp>
      <p:sp>
        <p:nvSpPr>
          <p:cNvPr id="5" name="Bedeutung"/>
          <p:cNvSpPr>
            <a:spLocks noGrp="1"/>
          </p:cNvSpPr>
          <p:nvPr>
            <p:ph type="body" idx="15" hasCustomPrompt="1"/>
          </p:nvPr>
        </p:nvSpPr>
        <p:spPr>
          <a:xfrm>
            <a:off x="609905" y="4023360"/>
            <a:ext cx="6217920" cy="914400"/>
          </a:xfrm>
        </p:spPr>
        <p:txBody>
          <a:bodyPr lIns="0" tIns="0" rIns="0" bIns="0" anchor="t">
            <a:normAutofit/>
          </a:bodyPr>
          <a:lstStyle>
            <a:lvl1pPr marL="0" indent="0">
              <a:spcBef>
                <a:spcPts val="0"/>
              </a:spcBef>
              <a:buNone/>
              <a:defRPr lang="de-DE" sz="2800" b="1">
                <a:solidFill>
                  <a:schemeClr val="tx1"/>
                </a:solidFill>
                <a:latin typeface="+mj-lt"/>
              </a:defRPr>
            </a:lvl1pPr>
          </a:lstStyle>
          <a:p>
            <a:r>
              <a:rPr lang="de-DE"/>
              <a:t>Was die Zahl bedeutet, in einem Satz</a:t>
            </a:r>
          </a:p>
        </p:txBody>
      </p:sp>
      <p:sp>
        <p:nvSpPr>
          <p:cNvPr id="6" name="Quelle"/>
          <p:cNvSpPr>
            <a:spLocks noGrp="1"/>
          </p:cNvSpPr>
          <p:nvPr>
            <p:ph type="body" idx="16" hasCustomPrompt="1"/>
          </p:nvPr>
        </p:nvSpPr>
        <p:spPr>
          <a:xfrm>
            <a:off x="609905" y="5074920"/>
            <a:ext cx="6217920" cy="365760"/>
          </a:xfrm>
        </p:spPr>
        <p:txBody>
          <a:bodyPr lIns="0" tIns="0" rIns="0" bIns="0" anchor="t">
            <a:normAutofit/>
          </a:bodyPr>
          <a:lstStyle>
            <a:lvl1pPr marL="0" indent="0">
              <a:spcBef>
                <a:spcPts val="0"/>
              </a:spcBef>
              <a:buNone/>
              <a:defRPr lang="de-DE" sz="1100">
                <a:solidFill>
                  <a:schemeClr val="accent4"/>
                </a:solidFill>
              </a:defRPr>
            </a:lvl1pPr>
          </a:lstStyle>
          <a:p>
            <a:r>
              <a:rPr lang="de-DE"/>
              <a:t>Quelle, Stand</a:t>
            </a:r>
          </a:p>
        </p:txBody>
      </p:sp>
      <p:sp>
        <p:nvSpPr>
          <p:cNvPr id="7" name="Streifen 1"/>
          <p:cNvSpPr/>
          <p:nvPr userDrawn="1"/>
        </p:nvSpPr>
        <p:spPr>
          <a:xfrm>
            <a:off x="7680960" y="3749040"/>
            <a:ext cx="4510735" cy="3108960"/>
          </a:xfrm>
          <a:custGeom>
            <a:avLst/>
            <a:gdLst/>
            <a:ahLst/>
            <a:cxnLst/>
            <a:rect l="0" t="0" r="r" b="b"/>
            <a:pathLst>
              <a:path w="4510735" h="3108960">
                <a:moveTo>
                  <a:pt x="0" y="3108960"/>
                </a:moveTo>
                <a:lnTo>
                  <a:pt x="540087" y="3108960"/>
                </a:lnTo>
                <a:lnTo>
                  <a:pt x="2314063" y="152332"/>
                </a:lnTo>
                <a:lnTo>
                  <a:pt x="4510735" y="152332"/>
                </a:lnTo>
                <a:lnTo>
                  <a:pt x="4510735" y="0"/>
                </a:lnTo>
                <a:lnTo>
                  <a:pt x="1865376" y="0"/>
                </a:lnTo>
                <a:close/>
              </a:path>
            </a:pathLst>
          </a:custGeom>
          <a:solidFill>
            <a:schemeClr val="accent1"/>
          </a:solidFill>
          <a:ln>
            <a:noFill/>
          </a:ln>
        </p:spPr>
        <p:txBody>
          <a:bodyPr rtlCol="0" anchor="ctr"/>
          <a:lstStyle/>
          <a:p>
            <a:endParaRPr lang="de-DE"/>
          </a:p>
        </p:txBody>
      </p:sp>
      <p:sp>
        <p:nvSpPr>
          <p:cNvPr id="8" name="Streifen 2"/>
          <p:cNvSpPr/>
          <p:nvPr userDrawn="1"/>
        </p:nvSpPr>
        <p:spPr>
          <a:xfrm>
            <a:off x="8317985" y="3977538"/>
            <a:ext cx="3873710" cy="2880462"/>
          </a:xfrm>
          <a:custGeom>
            <a:avLst/>
            <a:gdLst/>
            <a:ahLst/>
            <a:cxnLst/>
            <a:rect l="0" t="0" r="r" b="b"/>
            <a:pathLst>
              <a:path w="3873710" h="2880462">
                <a:moveTo>
                  <a:pt x="0" y="2880462"/>
                </a:moveTo>
                <a:lnTo>
                  <a:pt x="540087" y="2880462"/>
                </a:lnTo>
                <a:lnTo>
                  <a:pt x="2176964" y="152332"/>
                </a:lnTo>
                <a:lnTo>
                  <a:pt x="3873710" y="152332"/>
                </a:lnTo>
                <a:lnTo>
                  <a:pt x="3873710" y="0"/>
                </a:lnTo>
                <a:lnTo>
                  <a:pt x="1728277" y="0"/>
                </a:lnTo>
                <a:close/>
              </a:path>
            </a:pathLst>
          </a:custGeom>
          <a:solidFill>
            <a:schemeClr val="accent3"/>
          </a:solidFill>
          <a:ln>
            <a:noFill/>
          </a:ln>
        </p:spPr>
        <p:txBody>
          <a:bodyPr rtlCol="0" anchor="ctr"/>
          <a:lstStyle/>
          <a:p>
            <a:endParaRPr lang="de-DE"/>
          </a:p>
        </p:txBody>
      </p:sp>
      <p:sp>
        <p:nvSpPr>
          <p:cNvPr id="9" name="Streifen 3"/>
          <p:cNvSpPr/>
          <p:nvPr userDrawn="1"/>
        </p:nvSpPr>
        <p:spPr>
          <a:xfrm>
            <a:off x="8955010" y="4206036"/>
            <a:ext cx="3236685" cy="2651964"/>
          </a:xfrm>
          <a:custGeom>
            <a:avLst/>
            <a:gdLst/>
            <a:ahLst/>
            <a:cxnLst/>
            <a:rect l="0" t="0" r="r" b="b"/>
            <a:pathLst>
              <a:path w="3236685" h="2651964">
                <a:moveTo>
                  <a:pt x="0" y="2651964"/>
                </a:moveTo>
                <a:lnTo>
                  <a:pt x="540087" y="2651964"/>
                </a:lnTo>
                <a:lnTo>
                  <a:pt x="2039866" y="152332"/>
                </a:lnTo>
                <a:lnTo>
                  <a:pt x="3236685" y="152332"/>
                </a:lnTo>
                <a:lnTo>
                  <a:pt x="3236685" y="0"/>
                </a:lnTo>
                <a:lnTo>
                  <a:pt x="1591178" y="0"/>
                </a:lnTo>
                <a:close/>
              </a:path>
            </a:pathLst>
          </a:custGeom>
          <a:solidFill>
            <a:schemeClr val="accent2"/>
          </a:solidFill>
          <a:ln>
            <a:noFill/>
          </a:ln>
        </p:spPr>
        <p:txBody>
          <a:bodyPr rtlCol="0" anchor="ctr"/>
          <a:lstStyle/>
          <a:p>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1"/>
        </a:solidFill>
        <a:effectLst/>
      </p:bgPr>
    </p:bg>
    <p:spTree>
      <p:nvGrpSpPr>
        <p:cNvPr id="1" name=""/>
        <p:cNvGrpSpPr/>
        <p:nvPr/>
      </p:nvGrpSpPr>
      <p:grpSpPr>
        <a:xfrm>
          <a:off x="0" y="0"/>
          <a:ext cx="0" cy="0"/>
          <a:chOff x="0" y="0"/>
          <a:chExt cx="0" cy="0"/>
        </a:xfrm>
      </p:grpSpPr>
      <p:sp>
        <p:nvSpPr>
          <p:cNvPr id="7" name="Autor"/>
          <p:cNvSpPr>
            <a:spLocks noGrp="1"/>
          </p:cNvSpPr>
          <p:nvPr>
            <p:ph type="body" idx="15" hasCustomPrompt="1"/>
          </p:nvPr>
        </p:nvSpPr>
        <p:spPr>
          <a:xfrm>
            <a:off x="1597457" y="4617720"/>
            <a:ext cx="8229600" cy="640080"/>
          </a:xfrm>
        </p:spPr>
        <p:txBody>
          <a:bodyPr lIns="0" tIns="0" rIns="0" bIns="0" anchor="t">
            <a:normAutofit/>
          </a:bodyPr>
          <a:lstStyle>
            <a:lvl1pPr marL="0" indent="0">
              <a:spcBef>
                <a:spcPts val="0"/>
              </a:spcBef>
              <a:buNone/>
              <a:defRPr lang="de-DE" sz="1600">
                <a:solidFill>
                  <a:schemeClr val="tx1"/>
                </a:solidFill>
              </a:defRPr>
            </a:lvl1pPr>
          </a:lstStyle>
          <a:p>
            <a:r>
              <a:rPr lang="de-DE"/>
              <a:t>Vorname Nachname · Funktion, Unternehmen</a:t>
            </a:r>
          </a:p>
        </p:txBody>
      </p:sp>
      <p:pic>
        <p:nvPicPr>
          <p:cNvPr id="2" name="Logo Copilotenschule" descr="Copilotenschule">
            <a:extLst>
              <a:ext uri="{FF2B5EF4-FFF2-40B4-BE49-F238E27FC236}">
                <a16:creationId xmlns:a16="http://schemas.microsoft.com/office/drawing/2014/main" id="{7331BA67-B425-FF3F-2A59-1559E05FCBE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69714" y="6319551"/>
            <a:ext cx="1143000" cy="377228"/>
          </a:xfrm>
          <a:prstGeom prst="rect">
            <a:avLst/>
          </a:prstGeom>
        </p:spPr>
      </p:pic>
      <p:sp>
        <p:nvSpPr>
          <p:cNvPr id="6" name="Zitat"/>
          <p:cNvSpPr>
            <a:spLocks noGrp="1"/>
          </p:cNvSpPr>
          <p:nvPr>
            <p:ph type="body" idx="14" hasCustomPrompt="1"/>
          </p:nvPr>
        </p:nvSpPr>
        <p:spPr>
          <a:xfrm>
            <a:off x="1597457" y="2103120"/>
            <a:ext cx="8887054" cy="2377440"/>
          </a:xfrm>
          <a:ln w="19050">
            <a:noFill/>
          </a:ln>
        </p:spPr>
        <p:txBody>
          <a:bodyPr lIns="0" tIns="0" rIns="0" bIns="0" anchor="t">
            <a:normAutofit/>
          </a:bodyPr>
          <a:lstStyle>
            <a:lvl1pPr marL="0" indent="0">
              <a:lnSpc>
                <a:spcPct val="110000"/>
              </a:lnSpc>
              <a:spcBef>
                <a:spcPts val="0"/>
              </a:spcBef>
              <a:buNone/>
              <a:defRPr lang="de-DE" sz="3000">
                <a:solidFill>
                  <a:schemeClr val="tx2"/>
                </a:solidFill>
                <a:latin typeface="+mj-lt"/>
              </a:defRPr>
            </a:lvl1pPr>
          </a:lstStyle>
          <a:p>
            <a:r>
              <a:rPr lang="de-DE"/>
              <a:t>Zitat eingeben – ein bis drei Sätze, wörtlich und freigegeben.</a:t>
            </a:r>
          </a:p>
        </p:txBody>
      </p:sp>
      <p:sp>
        <p:nvSpPr>
          <p:cNvPr id="13" name="Rechteck 12">
            <a:extLst>
              <a:ext uri="{FF2B5EF4-FFF2-40B4-BE49-F238E27FC236}">
                <a16:creationId xmlns:a16="http://schemas.microsoft.com/office/drawing/2014/main" id="{E1BBD3A6-D66D-8F8A-1658-E4745120F9DD}"/>
              </a:ext>
            </a:extLst>
          </p:cNvPr>
          <p:cNvSpPr/>
          <p:nvPr userDrawn="1"/>
        </p:nvSpPr>
        <p:spPr>
          <a:xfrm>
            <a:off x="9527722" y="3869871"/>
            <a:ext cx="2663974" cy="298404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2" name="Gruppieren 11">
            <a:extLst>
              <a:ext uri="{FF2B5EF4-FFF2-40B4-BE49-F238E27FC236}">
                <a16:creationId xmlns:a16="http://schemas.microsoft.com/office/drawing/2014/main" id="{34FCD68E-E41D-6DF1-2864-D88260113EAB}"/>
              </a:ext>
            </a:extLst>
          </p:cNvPr>
          <p:cNvGrpSpPr/>
          <p:nvPr userDrawn="1"/>
        </p:nvGrpSpPr>
        <p:grpSpPr>
          <a:xfrm>
            <a:off x="7680960" y="3749040"/>
            <a:ext cx="4510735" cy="3108960"/>
            <a:chOff x="7680960" y="3749040"/>
            <a:chExt cx="4510735" cy="3108960"/>
          </a:xfrm>
        </p:grpSpPr>
        <p:sp>
          <p:nvSpPr>
            <p:cNvPr id="9" name="Streifen 1">
              <a:extLst>
                <a:ext uri="{FF2B5EF4-FFF2-40B4-BE49-F238E27FC236}">
                  <a16:creationId xmlns:a16="http://schemas.microsoft.com/office/drawing/2014/main" id="{31DE08E9-A138-2A4B-D67C-73B2D0FC9117}"/>
                </a:ext>
              </a:extLst>
            </p:cNvPr>
            <p:cNvSpPr/>
            <p:nvPr userDrawn="1"/>
          </p:nvSpPr>
          <p:spPr>
            <a:xfrm>
              <a:off x="7680960" y="3749040"/>
              <a:ext cx="4510735" cy="3108960"/>
            </a:xfrm>
            <a:custGeom>
              <a:avLst/>
              <a:gdLst/>
              <a:ahLst/>
              <a:cxnLst/>
              <a:rect l="0" t="0" r="r" b="b"/>
              <a:pathLst>
                <a:path w="4510735" h="3108960">
                  <a:moveTo>
                    <a:pt x="0" y="3108960"/>
                  </a:moveTo>
                  <a:lnTo>
                    <a:pt x="540087" y="3108960"/>
                  </a:lnTo>
                  <a:lnTo>
                    <a:pt x="2314063" y="152332"/>
                  </a:lnTo>
                  <a:lnTo>
                    <a:pt x="4510735" y="152332"/>
                  </a:lnTo>
                  <a:lnTo>
                    <a:pt x="4510735" y="0"/>
                  </a:lnTo>
                  <a:lnTo>
                    <a:pt x="1865376" y="0"/>
                  </a:lnTo>
                  <a:close/>
                </a:path>
              </a:pathLst>
            </a:custGeom>
            <a:solidFill>
              <a:schemeClr val="accent1"/>
            </a:solidFill>
            <a:ln>
              <a:noFill/>
            </a:ln>
          </p:spPr>
          <p:txBody>
            <a:bodyPr rtlCol="0" anchor="ctr"/>
            <a:lstStyle/>
            <a:p>
              <a:endParaRPr lang="de-DE"/>
            </a:p>
          </p:txBody>
        </p:sp>
        <p:sp>
          <p:nvSpPr>
            <p:cNvPr id="10" name="Streifen 2">
              <a:extLst>
                <a:ext uri="{FF2B5EF4-FFF2-40B4-BE49-F238E27FC236}">
                  <a16:creationId xmlns:a16="http://schemas.microsoft.com/office/drawing/2014/main" id="{CEA4130F-D653-B11A-02C6-845B4FD953AE}"/>
                </a:ext>
              </a:extLst>
            </p:cNvPr>
            <p:cNvSpPr/>
            <p:nvPr userDrawn="1"/>
          </p:nvSpPr>
          <p:spPr>
            <a:xfrm>
              <a:off x="8317985" y="3977538"/>
              <a:ext cx="3873710" cy="2880462"/>
            </a:xfrm>
            <a:custGeom>
              <a:avLst/>
              <a:gdLst/>
              <a:ahLst/>
              <a:cxnLst/>
              <a:rect l="0" t="0" r="r" b="b"/>
              <a:pathLst>
                <a:path w="3873710" h="2880462">
                  <a:moveTo>
                    <a:pt x="0" y="2880462"/>
                  </a:moveTo>
                  <a:lnTo>
                    <a:pt x="540087" y="2880462"/>
                  </a:lnTo>
                  <a:lnTo>
                    <a:pt x="2176964" y="152332"/>
                  </a:lnTo>
                  <a:lnTo>
                    <a:pt x="3873710" y="152332"/>
                  </a:lnTo>
                  <a:lnTo>
                    <a:pt x="3873710" y="0"/>
                  </a:lnTo>
                  <a:lnTo>
                    <a:pt x="1728277" y="0"/>
                  </a:lnTo>
                  <a:close/>
                </a:path>
              </a:pathLst>
            </a:custGeom>
            <a:solidFill>
              <a:schemeClr val="accent3"/>
            </a:solidFill>
            <a:ln>
              <a:noFill/>
            </a:ln>
          </p:spPr>
          <p:txBody>
            <a:bodyPr rtlCol="0" anchor="ctr"/>
            <a:lstStyle/>
            <a:p>
              <a:endParaRPr lang="de-DE"/>
            </a:p>
          </p:txBody>
        </p:sp>
        <p:sp>
          <p:nvSpPr>
            <p:cNvPr id="11" name="Streifen 3">
              <a:extLst>
                <a:ext uri="{FF2B5EF4-FFF2-40B4-BE49-F238E27FC236}">
                  <a16:creationId xmlns:a16="http://schemas.microsoft.com/office/drawing/2014/main" id="{1E5E1D4D-70BE-119F-0446-AFBED4D6444B}"/>
                </a:ext>
              </a:extLst>
            </p:cNvPr>
            <p:cNvSpPr/>
            <p:nvPr userDrawn="1"/>
          </p:nvSpPr>
          <p:spPr>
            <a:xfrm>
              <a:off x="8955010" y="4206036"/>
              <a:ext cx="3236685" cy="2651964"/>
            </a:xfrm>
            <a:custGeom>
              <a:avLst/>
              <a:gdLst/>
              <a:ahLst/>
              <a:cxnLst/>
              <a:rect l="0" t="0" r="r" b="b"/>
              <a:pathLst>
                <a:path w="3236685" h="2651964">
                  <a:moveTo>
                    <a:pt x="0" y="2651964"/>
                  </a:moveTo>
                  <a:lnTo>
                    <a:pt x="540087" y="2651964"/>
                  </a:lnTo>
                  <a:lnTo>
                    <a:pt x="2039866" y="152332"/>
                  </a:lnTo>
                  <a:lnTo>
                    <a:pt x="3236685" y="152332"/>
                  </a:lnTo>
                  <a:lnTo>
                    <a:pt x="3236685" y="0"/>
                  </a:lnTo>
                  <a:lnTo>
                    <a:pt x="1591178" y="0"/>
                  </a:lnTo>
                  <a:close/>
                </a:path>
              </a:pathLst>
            </a:custGeom>
            <a:solidFill>
              <a:schemeClr val="accent2"/>
            </a:solidFill>
            <a:ln>
              <a:noFill/>
            </a:ln>
          </p:spPr>
          <p:txBody>
            <a:bodyPr rtlCol="0" anchor="ctr"/>
            <a:lstStyle/>
            <a:p>
              <a:endParaRPr lang="de-DE"/>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userDrawn="1">
  <p:cSld name="Leer">
    <p:bg>
      <p:bgPr>
        <a:solidFill>
          <a:schemeClr val="bg1"/>
        </a:solidFill>
        <a:effectLst/>
      </p:bgPr>
    </p:bg>
    <p:spTree>
      <p:nvGrpSpPr>
        <p:cNvPr id="1" name=""/>
        <p:cNvGrpSpPr/>
        <p:nvPr/>
      </p:nvGrpSpPr>
      <p:grpSpPr>
        <a:xfrm>
          <a:off x="0" y="0"/>
          <a:ext cx="0" cy="0"/>
          <a:chOff x="0" y="0"/>
          <a:chExt cx="0" cy="0"/>
        </a:xfrm>
      </p:grpSpPr>
      <p:pic>
        <p:nvPicPr>
          <p:cNvPr id="2" name="Logo Copilotenschule" descr="Copilotenschule">
            <a:extLst>
              <a:ext uri="{FF2B5EF4-FFF2-40B4-BE49-F238E27FC236}">
                <a16:creationId xmlns:a16="http://schemas.microsoft.com/office/drawing/2014/main" id="{BA960137-7DB1-45D1-ABAA-440D843D7C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69714" y="6319551"/>
            <a:ext cx="1143000" cy="377228"/>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7" name="Kontakt"/>
          <p:cNvSpPr>
            <a:spLocks noGrp="1"/>
          </p:cNvSpPr>
          <p:nvPr>
            <p:ph type="body" idx="1" hasCustomPrompt="1"/>
          </p:nvPr>
        </p:nvSpPr>
        <p:spPr>
          <a:xfrm>
            <a:off x="1597457" y="2651760"/>
            <a:ext cx="5486400" cy="1463040"/>
          </a:xfrm>
        </p:spPr>
        <p:txBody>
          <a:bodyPr lIns="0" tIns="0" rIns="0" bIns="0" anchor="t">
            <a:normAutofit/>
          </a:bodyPr>
          <a:lstStyle>
            <a:lvl1pPr marL="0" indent="0">
              <a:spcBef>
                <a:spcPts val="0"/>
              </a:spcBef>
              <a:buNone/>
              <a:defRPr lang="de-DE" sz="1800"/>
            </a:lvl1pPr>
          </a:lstStyle>
          <a:p>
            <a:r>
              <a:rPr lang="de-DE"/>
              <a:t>Name · E-Mail · Telefon</a:t>
            </a:r>
          </a:p>
        </p:txBody>
      </p:sp>
      <p:pic>
        <p:nvPicPr>
          <p:cNvPr id="8" name="Logo Copilotenschule" descr="Copilotenschule"/>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905" y="5727729"/>
            <a:ext cx="2194560" cy="724277"/>
          </a:xfrm>
          <a:prstGeom prst="rect">
            <a:avLst/>
          </a:prstGeom>
        </p:spPr>
      </p:pic>
      <p:sp>
        <p:nvSpPr>
          <p:cNvPr id="9" name="Streifen 1"/>
          <p:cNvSpPr/>
          <p:nvPr userDrawn="1"/>
        </p:nvSpPr>
        <p:spPr>
          <a:xfrm>
            <a:off x="7680960" y="3749040"/>
            <a:ext cx="4510735" cy="3108960"/>
          </a:xfrm>
          <a:custGeom>
            <a:avLst/>
            <a:gdLst/>
            <a:ahLst/>
            <a:cxnLst/>
            <a:rect l="0" t="0" r="r" b="b"/>
            <a:pathLst>
              <a:path w="4510735" h="3108960">
                <a:moveTo>
                  <a:pt x="0" y="3108960"/>
                </a:moveTo>
                <a:lnTo>
                  <a:pt x="540087" y="3108960"/>
                </a:lnTo>
                <a:lnTo>
                  <a:pt x="2314063" y="152332"/>
                </a:lnTo>
                <a:lnTo>
                  <a:pt x="4510735" y="152332"/>
                </a:lnTo>
                <a:lnTo>
                  <a:pt x="4510735" y="0"/>
                </a:lnTo>
                <a:lnTo>
                  <a:pt x="1865376" y="0"/>
                </a:lnTo>
                <a:close/>
              </a:path>
            </a:pathLst>
          </a:custGeom>
          <a:solidFill>
            <a:schemeClr val="accent1"/>
          </a:solidFill>
          <a:ln>
            <a:noFill/>
          </a:ln>
        </p:spPr>
        <p:txBody>
          <a:bodyPr rtlCol="0" anchor="ctr"/>
          <a:lstStyle/>
          <a:p>
            <a:endParaRPr lang="de-DE"/>
          </a:p>
        </p:txBody>
      </p:sp>
      <p:sp>
        <p:nvSpPr>
          <p:cNvPr id="10" name="Streifen 2"/>
          <p:cNvSpPr/>
          <p:nvPr userDrawn="1"/>
        </p:nvSpPr>
        <p:spPr>
          <a:xfrm>
            <a:off x="8317985" y="3977538"/>
            <a:ext cx="3873710" cy="2880462"/>
          </a:xfrm>
          <a:custGeom>
            <a:avLst/>
            <a:gdLst/>
            <a:ahLst/>
            <a:cxnLst/>
            <a:rect l="0" t="0" r="r" b="b"/>
            <a:pathLst>
              <a:path w="3873710" h="2880462">
                <a:moveTo>
                  <a:pt x="0" y="2880462"/>
                </a:moveTo>
                <a:lnTo>
                  <a:pt x="540087" y="2880462"/>
                </a:lnTo>
                <a:lnTo>
                  <a:pt x="2176964" y="152332"/>
                </a:lnTo>
                <a:lnTo>
                  <a:pt x="3873710" y="152332"/>
                </a:lnTo>
                <a:lnTo>
                  <a:pt x="3873710" y="0"/>
                </a:lnTo>
                <a:lnTo>
                  <a:pt x="1728277" y="0"/>
                </a:lnTo>
                <a:close/>
              </a:path>
            </a:pathLst>
          </a:custGeom>
          <a:solidFill>
            <a:schemeClr val="accent3"/>
          </a:solidFill>
          <a:ln>
            <a:noFill/>
          </a:ln>
        </p:spPr>
        <p:txBody>
          <a:bodyPr rtlCol="0" anchor="ctr"/>
          <a:lstStyle/>
          <a:p>
            <a:endParaRPr lang="de-DE"/>
          </a:p>
        </p:txBody>
      </p:sp>
      <p:sp>
        <p:nvSpPr>
          <p:cNvPr id="11" name="Streifen 3"/>
          <p:cNvSpPr/>
          <p:nvPr userDrawn="1"/>
        </p:nvSpPr>
        <p:spPr>
          <a:xfrm>
            <a:off x="8955010" y="4206036"/>
            <a:ext cx="3236685" cy="2651964"/>
          </a:xfrm>
          <a:custGeom>
            <a:avLst/>
            <a:gdLst/>
            <a:ahLst/>
            <a:cxnLst/>
            <a:rect l="0" t="0" r="r" b="b"/>
            <a:pathLst>
              <a:path w="3236685" h="2651964">
                <a:moveTo>
                  <a:pt x="0" y="2651964"/>
                </a:moveTo>
                <a:lnTo>
                  <a:pt x="540087" y="2651964"/>
                </a:lnTo>
                <a:lnTo>
                  <a:pt x="2039866" y="152332"/>
                </a:lnTo>
                <a:lnTo>
                  <a:pt x="3236685" y="152332"/>
                </a:lnTo>
                <a:lnTo>
                  <a:pt x="3236685" y="0"/>
                </a:lnTo>
                <a:lnTo>
                  <a:pt x="1591178" y="0"/>
                </a:lnTo>
                <a:close/>
              </a:path>
            </a:pathLst>
          </a:custGeom>
          <a:solidFill>
            <a:schemeClr val="accent2"/>
          </a:solidFill>
          <a:ln>
            <a:noFill/>
          </a:ln>
        </p:spPr>
        <p:txBody>
          <a:bodyPr rtlCol="0" anchor="ctr"/>
          <a:lstStyle/>
          <a:p>
            <a:endParaRPr lang="de-DE"/>
          </a:p>
        </p:txBody>
      </p:sp>
      <p:sp>
        <p:nvSpPr>
          <p:cNvPr id="3" name="Streifen 1">
            <a:extLst>
              <a:ext uri="{FF2B5EF4-FFF2-40B4-BE49-F238E27FC236}">
                <a16:creationId xmlns:a16="http://schemas.microsoft.com/office/drawing/2014/main" id="{E1DE7C16-C502-157A-D307-508FD27CDEC5}"/>
              </a:ext>
            </a:extLst>
          </p:cNvPr>
          <p:cNvSpPr/>
          <p:nvPr userDrawn="1"/>
        </p:nvSpPr>
        <p:spPr>
          <a:xfrm>
            <a:off x="207512" y="161221"/>
            <a:ext cx="11984488" cy="822960"/>
          </a:xfrm>
          <a:custGeom>
            <a:avLst/>
            <a:gdLst/>
            <a:ahLst/>
            <a:cxnLst/>
            <a:rect l="0" t="0" r="r" b="b"/>
            <a:pathLst>
              <a:path w="11581790" h="822960">
                <a:moveTo>
                  <a:pt x="0" y="822960"/>
                </a:moveTo>
                <a:lnTo>
                  <a:pt x="142964" y="822960"/>
                </a:lnTo>
                <a:lnTo>
                  <a:pt x="612546" y="40323"/>
                </a:lnTo>
                <a:lnTo>
                  <a:pt x="11581790" y="40323"/>
                </a:lnTo>
                <a:lnTo>
                  <a:pt x="11581790" y="0"/>
                </a:lnTo>
                <a:lnTo>
                  <a:pt x="493776" y="0"/>
                </a:lnTo>
                <a:close/>
              </a:path>
            </a:pathLst>
          </a:custGeom>
          <a:solidFill>
            <a:schemeClr val="accent1"/>
          </a:solidFill>
          <a:ln>
            <a:noFill/>
          </a:ln>
        </p:spPr>
        <p:txBody>
          <a:bodyPr rtlCol="0" anchor="ctr"/>
          <a:lstStyle/>
          <a:p>
            <a:endParaRPr lang="de-DE"/>
          </a:p>
        </p:txBody>
      </p:sp>
      <p:sp>
        <p:nvSpPr>
          <p:cNvPr id="4" name="Streifen 2">
            <a:extLst>
              <a:ext uri="{FF2B5EF4-FFF2-40B4-BE49-F238E27FC236}">
                <a16:creationId xmlns:a16="http://schemas.microsoft.com/office/drawing/2014/main" id="{64DABA0A-B6B2-3E30-7CFC-02C48C83FDE6}"/>
              </a:ext>
            </a:extLst>
          </p:cNvPr>
          <p:cNvSpPr/>
          <p:nvPr userDrawn="1"/>
        </p:nvSpPr>
        <p:spPr>
          <a:xfrm>
            <a:off x="376136" y="216569"/>
            <a:ext cx="11815864" cy="762475"/>
          </a:xfrm>
          <a:custGeom>
            <a:avLst/>
            <a:gdLst/>
            <a:ahLst/>
            <a:cxnLst/>
            <a:rect l="0" t="0" r="r" b="b"/>
            <a:pathLst>
              <a:path w="11413166" h="762475">
                <a:moveTo>
                  <a:pt x="0" y="762475"/>
                </a:moveTo>
                <a:lnTo>
                  <a:pt x="142964" y="762475"/>
                </a:lnTo>
                <a:lnTo>
                  <a:pt x="576255" y="40323"/>
                </a:lnTo>
                <a:lnTo>
                  <a:pt x="11413166" y="40323"/>
                </a:lnTo>
                <a:lnTo>
                  <a:pt x="11413166" y="0"/>
                </a:lnTo>
                <a:lnTo>
                  <a:pt x="457485" y="0"/>
                </a:lnTo>
                <a:close/>
              </a:path>
            </a:pathLst>
          </a:custGeom>
          <a:solidFill>
            <a:schemeClr val="accent3"/>
          </a:solidFill>
          <a:ln>
            <a:noFill/>
          </a:ln>
        </p:spPr>
        <p:txBody>
          <a:bodyPr rtlCol="0" anchor="ctr"/>
          <a:lstStyle/>
          <a:p>
            <a:endParaRPr lang="de-DE"/>
          </a:p>
        </p:txBody>
      </p:sp>
      <p:sp>
        <p:nvSpPr>
          <p:cNvPr id="5" name="Streifen 3">
            <a:extLst>
              <a:ext uri="{FF2B5EF4-FFF2-40B4-BE49-F238E27FC236}">
                <a16:creationId xmlns:a16="http://schemas.microsoft.com/office/drawing/2014/main" id="{80BAAC46-DB55-1299-1F71-69B142DAC5DB}"/>
              </a:ext>
            </a:extLst>
          </p:cNvPr>
          <p:cNvSpPr/>
          <p:nvPr userDrawn="1"/>
        </p:nvSpPr>
        <p:spPr>
          <a:xfrm>
            <a:off x="544760" y="277054"/>
            <a:ext cx="11647240" cy="701990"/>
          </a:xfrm>
          <a:custGeom>
            <a:avLst/>
            <a:gdLst/>
            <a:ahLst/>
            <a:cxnLst/>
            <a:rect l="0" t="0" r="r" b="b"/>
            <a:pathLst>
              <a:path w="11244542" h="701990">
                <a:moveTo>
                  <a:pt x="0" y="701990"/>
                </a:moveTo>
                <a:lnTo>
                  <a:pt x="142964" y="701990"/>
                </a:lnTo>
                <a:lnTo>
                  <a:pt x="539964" y="40323"/>
                </a:lnTo>
                <a:lnTo>
                  <a:pt x="11244542" y="40323"/>
                </a:lnTo>
                <a:lnTo>
                  <a:pt x="11244542" y="0"/>
                </a:lnTo>
                <a:lnTo>
                  <a:pt x="421194" y="0"/>
                </a:lnTo>
                <a:close/>
              </a:path>
            </a:pathLst>
          </a:custGeom>
          <a:solidFill>
            <a:schemeClr val="accent2"/>
          </a:solidFill>
          <a:ln>
            <a:noFill/>
          </a:ln>
        </p:spPr>
        <p:txBody>
          <a:bodyPr rtlCol="0" anchor="ctr"/>
          <a:lstStyle/>
          <a:p>
            <a:endParaRPr lang="de-DE"/>
          </a:p>
        </p:txBody>
      </p:sp>
      <p:sp>
        <p:nvSpPr>
          <p:cNvPr id="6" name="Titel">
            <a:extLst>
              <a:ext uri="{FF2B5EF4-FFF2-40B4-BE49-F238E27FC236}">
                <a16:creationId xmlns:a16="http://schemas.microsoft.com/office/drawing/2014/main" id="{CEE0FE5B-2C9C-7BD9-B75C-8E09E8E9925C}"/>
              </a:ext>
            </a:extLst>
          </p:cNvPr>
          <p:cNvSpPr>
            <a:spLocks noGrp="1"/>
          </p:cNvSpPr>
          <p:nvPr>
            <p:ph type="title" hasCustomPrompt="1"/>
          </p:nvPr>
        </p:nvSpPr>
        <p:spPr>
          <a:xfrm>
            <a:off x="1227720" y="468764"/>
            <a:ext cx="9984334" cy="822960"/>
          </a:xfrm>
        </p:spPr>
        <p:txBody>
          <a:bodyPr lIns="0" tIns="0" rIns="0" bIns="0" anchor="t">
            <a:normAutofit/>
          </a:bodyPr>
          <a:lstStyle/>
          <a:p>
            <a:r>
              <a:rPr lang="de-DE"/>
              <a:t>Folientitel eingeben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elplatzhalter"/>
          <p:cNvSpPr>
            <a:spLocks noGrp="1"/>
          </p:cNvSpPr>
          <p:nvPr>
            <p:ph type="title"/>
          </p:nvPr>
        </p:nvSpPr>
        <p:spPr>
          <a:xfrm>
            <a:off x="609905" y="713232"/>
            <a:ext cx="10971886" cy="822960"/>
          </a:xfrm>
          <a:prstGeom prst="rect">
            <a:avLst/>
          </a:prstGeom>
        </p:spPr>
        <p:txBody>
          <a:bodyPr vert="horz" lIns="0" tIns="0" rIns="0" bIns="0" rtlCol="0" anchor="t">
            <a:normAutofit/>
          </a:bodyPr>
          <a:lstStyle/>
          <a:p>
            <a:r>
              <a:rPr lang="de-DE"/>
              <a:t>Titelmasterformat durch Klicken bearbeiten</a:t>
            </a:r>
          </a:p>
        </p:txBody>
      </p:sp>
      <p:sp>
        <p:nvSpPr>
          <p:cNvPr id="4" name="Textplatzhalter"/>
          <p:cNvSpPr>
            <a:spLocks noGrp="1"/>
          </p:cNvSpPr>
          <p:nvPr>
            <p:ph type="body" idx="1"/>
          </p:nvPr>
        </p:nvSpPr>
        <p:spPr>
          <a:xfrm>
            <a:off x="609905" y="1737360"/>
            <a:ext cx="10971886" cy="3977640"/>
          </a:xfrm>
          <a:prstGeom prst="rect">
            <a:avLst/>
          </a:prstGeom>
        </p:spPr>
        <p:txBody>
          <a:bodyPr vert="horz" lIns="0" tIns="0" rIns="0" bIns="0" rtlCol="0">
            <a:normAutofit/>
          </a:bodyPr>
          <a:lstStyle/>
          <a:p>
            <a:pPr lvl="0"/>
            <a:r>
              <a:rPr lang="de-DE"/>
              <a:t>Textmasterformat bearbeiten</a:t>
            </a:r>
          </a:p>
          <a:p>
            <a:pPr lvl="1"/>
            <a:r>
              <a:rPr lang="de-DE"/>
              <a:t>Zweite Ebene</a:t>
            </a:r>
          </a:p>
          <a:p>
            <a:pPr lvl="2"/>
            <a:r>
              <a:rPr lang="de-DE"/>
              <a:t>Dritte Ebene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5000"/>
        </a:lnSpc>
        <a:spcBef>
          <a:spcPct val="0"/>
        </a:spcBef>
        <a:buNone/>
        <a:defRPr sz="3200" b="1" kern="1200" spc="-30">
          <a:solidFill>
            <a:schemeClr val="tx2"/>
          </a:solidFill>
          <a:latin typeface="+mj-lt"/>
          <a:ea typeface="+mj-ea"/>
          <a:cs typeface="+mj-cs"/>
        </a:defRPr>
      </a:lvl1pPr>
    </p:titleStyle>
    <p:bodyStyle>
      <a:lvl1pPr marL="285750" indent="-285750" algn="l" defTabSz="914400" rtl="0" eaLnBrk="1" latinLnBrk="0" hangingPunct="1">
        <a:lnSpc>
          <a:spcPct val="110000"/>
        </a:lnSpc>
        <a:spcBef>
          <a:spcPts val="600"/>
        </a:spcBef>
        <a:buClr>
          <a:schemeClr val="accent2"/>
        </a:buClr>
        <a:buSzPct val="100000"/>
        <a:buFont typeface="Arial"/>
        <a:buChar char="▪"/>
        <a:defRPr sz="1800" kern="1200">
          <a:solidFill>
            <a:schemeClr val="tx1"/>
          </a:solidFill>
          <a:latin typeface="+mn-lt"/>
          <a:ea typeface="+mn-ea"/>
          <a:cs typeface="+mn-cs"/>
        </a:defRPr>
      </a:lvl1pPr>
      <a:lvl2pPr marL="571500" indent="-285750" algn="l" defTabSz="914400" rtl="0" eaLnBrk="1" latinLnBrk="0" hangingPunct="1">
        <a:lnSpc>
          <a:spcPct val="110000"/>
        </a:lnSpc>
        <a:spcBef>
          <a:spcPts val="600"/>
        </a:spcBef>
        <a:buClr>
          <a:schemeClr val="tx2"/>
        </a:buClr>
        <a:buSzPct val="100000"/>
        <a:buFont typeface="Arial"/>
        <a:buChar char="–"/>
        <a:defRPr sz="1600" kern="1200">
          <a:solidFill>
            <a:schemeClr val="tx1"/>
          </a:solidFill>
          <a:latin typeface="+mn-lt"/>
          <a:ea typeface="+mn-ea"/>
          <a:cs typeface="+mn-cs"/>
        </a:defRPr>
      </a:lvl2pPr>
      <a:lvl3pPr marL="85725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3pPr>
      <a:lvl4pPr marL="114300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4pPr>
      <a:lvl5pPr marL="142875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5pPr>
      <a:lvl6pPr marL="171450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6pPr>
      <a:lvl7pPr marL="200025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7pPr>
      <a:lvl8pPr marL="228600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8pPr>
      <a:lvl9pPr marL="2571750" indent="-285750" algn="l" defTabSz="914400" rtl="0" eaLnBrk="1" latinLnBrk="0" hangingPunct="1">
        <a:lnSpc>
          <a:spcPct val="110000"/>
        </a:lnSpc>
        <a:spcBef>
          <a:spcPts val="600"/>
        </a:spcBef>
        <a:buClr>
          <a:schemeClr val="tx2"/>
        </a:buClr>
        <a:buSzPct val="100000"/>
        <a:buFont typeface="Arial"/>
        <a:buChar char="–"/>
        <a:defRPr sz="14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3"/>
          </p:nvPr>
        </p:nvSpPr>
        <p:spPr/>
        <p:txBody>
          <a:bodyPr/>
          <a:lstStyle/>
          <a:p>
            <a:r>
              <a:t>UNTERNEHMENSPRÄSENTATION</a:t>
            </a:r>
          </a:p>
        </p:txBody>
      </p:sp>
      <p:sp>
        <p:nvSpPr>
          <p:cNvPr id="3" name="Title 2"/>
          <p:cNvSpPr>
            <a:spLocks noGrp="1"/>
          </p:cNvSpPr>
          <p:nvPr>
            <p:ph type="ctrTitle"/>
          </p:nvPr>
        </p:nvSpPr>
        <p:spPr/>
        <p:txBody>
          <a:bodyPr/>
          <a:lstStyle/>
          <a:p>
            <a:r>
              <a:t>Die Copilotenschule</a:t>
            </a:r>
          </a:p>
        </p:txBody>
      </p:sp>
      <p:sp>
        <p:nvSpPr>
          <p:cNvPr id="4" name="TextBox 3"/>
          <p:cNvSpPr txBox="1"/>
          <p:nvPr/>
        </p:nvSpPr>
        <p:spPr>
          <a:xfrm>
            <a:off x="612648" y="3931920"/>
            <a:ext cx="6949440" cy="400110"/>
          </a:xfrm>
          <a:prstGeom prst="rect">
            <a:avLst/>
          </a:prstGeom>
          <a:noFill/>
        </p:spPr>
        <p:txBody>
          <a:bodyPr wrap="square">
            <a:spAutoFit/>
          </a:bodyPr>
          <a:lstStyle/>
          <a:p>
            <a:r>
              <a:rPr sz="2000" b="1" dirty="0" err="1">
                <a:solidFill>
                  <a:srgbClr val="1F2D5A"/>
                </a:solidFill>
              </a:rPr>
              <a:t>Ihr</a:t>
            </a:r>
            <a:r>
              <a:rPr sz="2000" b="1" dirty="0">
                <a:solidFill>
                  <a:srgbClr val="1F2D5A"/>
                </a:solidFill>
              </a:rPr>
              <a:t> </a:t>
            </a:r>
            <a:r>
              <a:rPr sz="2000" b="1" dirty="0" err="1">
                <a:solidFill>
                  <a:srgbClr val="1F2D5A"/>
                </a:solidFill>
              </a:rPr>
              <a:t>spezialisierter</a:t>
            </a:r>
            <a:r>
              <a:rPr sz="2000" b="1" dirty="0">
                <a:solidFill>
                  <a:srgbClr val="1F2D5A"/>
                </a:solidFill>
              </a:rPr>
              <a:t> Partner für den M</a:t>
            </a:r>
            <a:r>
              <a:rPr lang="de-DE" sz="2000" b="1" dirty="0">
                <a:solidFill>
                  <a:srgbClr val="1F2D5A"/>
                </a:solidFill>
              </a:rPr>
              <a:t>S</a:t>
            </a:r>
            <a:r>
              <a:rPr sz="2000" b="1" dirty="0">
                <a:solidFill>
                  <a:srgbClr val="1F2D5A"/>
                </a:solidFill>
              </a:rPr>
              <a:t>-Copilot-Rollout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09905" y="1737360"/>
            <a:ext cx="9418320" cy="3977640"/>
          </a:xfrm>
        </p:spPr>
        <p:txBody>
          <a:bodyPr wrap="square" anchor="ctr"/>
          <a:lstStyle/>
          <a:p>
            <a:pPr marL="228600" indent="-228600">
              <a:spcAft>
                <a:spcPts val="1500"/>
              </a:spcAft>
              <a:buClr>
                <a:srgbClr val="1A1A1A"/>
              </a:buClr>
              <a:buSzPct val="90000"/>
              <a:buFont typeface="Arial"/>
              <a:buChar char="•"/>
            </a:pPr>
            <a:r>
              <a:rPr dirty="0" err="1"/>
              <a:t>Spezialanbieter</a:t>
            </a:r>
            <a:r>
              <a:rPr dirty="0"/>
              <a:t> für Microsoft-Copilot-</a:t>
            </a:r>
            <a:r>
              <a:rPr dirty="0" err="1"/>
              <a:t>Anwenderschulungen</a:t>
            </a:r>
            <a:r>
              <a:rPr dirty="0"/>
              <a:t> </a:t>
            </a:r>
            <a:r>
              <a:rPr dirty="0" err="1"/>
              <a:t>im</a:t>
            </a:r>
            <a:r>
              <a:rPr dirty="0"/>
              <a:t> </a:t>
            </a:r>
            <a:r>
              <a:rPr dirty="0" err="1"/>
              <a:t>deutschsprachigen</a:t>
            </a:r>
            <a:r>
              <a:rPr dirty="0"/>
              <a:t> Raum</a:t>
            </a:r>
            <a:endParaRPr lang="de-DE" dirty="0"/>
          </a:p>
          <a:p>
            <a:pPr marL="228600" indent="-228600">
              <a:spcAft>
                <a:spcPts val="1500"/>
              </a:spcAft>
              <a:buClr>
                <a:srgbClr val="1A1A1A"/>
              </a:buClr>
              <a:buSzPct val="90000"/>
              <a:buFont typeface="Arial"/>
              <a:buChar char="•"/>
            </a:pPr>
            <a:r>
              <a:rPr dirty="0" err="1"/>
              <a:t>Herstellernahe</a:t>
            </a:r>
            <a:r>
              <a:rPr dirty="0"/>
              <a:t> Copilot-Expertise, </a:t>
            </a:r>
            <a:r>
              <a:rPr dirty="0" err="1"/>
              <a:t>laufend</a:t>
            </a:r>
            <a:r>
              <a:rPr dirty="0"/>
              <a:t> auf dem </a:t>
            </a:r>
            <a:r>
              <a:rPr lang="de-DE" dirty="0"/>
              <a:t>aktuellen </a:t>
            </a:r>
            <a:r>
              <a:rPr dirty="0"/>
              <a:t>Stand</a:t>
            </a:r>
            <a:endParaRPr lang="de-DE" dirty="0"/>
          </a:p>
          <a:p>
            <a:pPr marL="228600" indent="-228600">
              <a:spcAft>
                <a:spcPts val="1500"/>
              </a:spcAft>
              <a:buClr>
                <a:srgbClr val="1A1A1A"/>
              </a:buClr>
              <a:buSzPct val="90000"/>
              <a:buFont typeface="Arial"/>
              <a:buChar char="•"/>
            </a:pPr>
            <a:r>
              <a:rPr lang="de-DE" dirty="0"/>
              <a:t>Erfahrene und durch uns geschulte Trainer in ganz Deutschland, Österreich und der Schweiz</a:t>
            </a:r>
          </a:p>
          <a:p>
            <a:pPr marL="228600" indent="-228600">
              <a:spcAft>
                <a:spcPts val="1500"/>
              </a:spcAft>
              <a:buClr>
                <a:srgbClr val="1A1A1A"/>
              </a:buClr>
              <a:buSzPct val="90000"/>
              <a:buFont typeface="Arial"/>
              <a:buChar char="•"/>
            </a:pPr>
            <a:r>
              <a:rPr dirty="0"/>
              <a:t>Wir </a:t>
            </a:r>
            <a:r>
              <a:rPr dirty="0" err="1"/>
              <a:t>trainieren</a:t>
            </a:r>
            <a:r>
              <a:rPr dirty="0"/>
              <a:t> </a:t>
            </a:r>
            <a:r>
              <a:rPr lang="de-DE" dirty="0"/>
              <a:t>typische Anwendungsfälle in täglichen Büroalltag</a:t>
            </a:r>
          </a:p>
          <a:p>
            <a:pPr marL="228600" indent="-228600">
              <a:spcAft>
                <a:spcPts val="1500"/>
              </a:spcAft>
              <a:buClr>
                <a:srgbClr val="1A1A1A"/>
              </a:buClr>
              <a:buSzPct val="90000"/>
              <a:buFont typeface="Arial"/>
              <a:buChar char="•"/>
            </a:pPr>
            <a:r>
              <a:rPr dirty="0"/>
              <a:t>Wir </a:t>
            </a:r>
            <a:r>
              <a:rPr dirty="0" err="1"/>
              <a:t>richten</a:t>
            </a:r>
            <a:r>
              <a:rPr dirty="0"/>
              <a:t> </a:t>
            </a:r>
            <a:r>
              <a:rPr dirty="0" err="1"/>
              <a:t>jedes</a:t>
            </a:r>
            <a:r>
              <a:rPr dirty="0"/>
              <a:t> Training </a:t>
            </a:r>
            <a:r>
              <a:rPr lang="de-DE" dirty="0"/>
              <a:t>voll auf die praktische Umsetzbarkeit aus. Theorie nur dort wo es wirklich sein muss und Mehrwert stiftet in der Anwendung.</a:t>
            </a:r>
          </a:p>
          <a:p>
            <a:pPr marL="228600" indent="-228600">
              <a:spcAft>
                <a:spcPts val="1500"/>
              </a:spcAft>
              <a:buClr>
                <a:srgbClr val="1A1A1A"/>
              </a:buClr>
              <a:buSzPct val="90000"/>
              <a:buFont typeface="Arial"/>
              <a:buChar char="•"/>
            </a:pPr>
            <a:r>
              <a:rPr lang="de-DE" dirty="0"/>
              <a:t>Wir begeistern Ihre Belegschaft und gehen gemeinsam mit Ihnen die nächsten Schritte in die neue Art KI-unterstützt zu arbeiten.</a:t>
            </a:r>
          </a:p>
        </p:txBody>
      </p:sp>
      <p:sp>
        <p:nvSpPr>
          <p:cNvPr id="3" name="Title 2"/>
          <p:cNvSpPr>
            <a:spLocks noGrp="1"/>
          </p:cNvSpPr>
          <p:nvPr>
            <p:ph type="title"/>
          </p:nvPr>
        </p:nvSpPr>
        <p:spPr/>
        <p:txBody>
          <a:bodyPr/>
          <a:lstStyle/>
          <a:p>
            <a:r>
              <a:t>Wir machen nur eines: Microsoft Copilot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09905" y="1737360"/>
            <a:ext cx="9418320" cy="3977640"/>
          </a:xfrm>
        </p:spPr>
        <p:txBody>
          <a:bodyPr wrap="square" anchor="ctr"/>
          <a:lstStyle/>
          <a:p>
            <a:pPr marL="228600" indent="-228600">
              <a:spcAft>
                <a:spcPts val="1500"/>
              </a:spcAft>
              <a:buClr>
                <a:srgbClr val="1A1A1A"/>
              </a:buClr>
              <a:buSzPct val="90000"/>
              <a:buFont typeface="Arial"/>
              <a:buChar char="•"/>
            </a:pPr>
            <a:r>
              <a:rPr dirty="0"/>
              <a:t>Seit 2011: Yellow-Boat Consulting, Training und </a:t>
            </a:r>
            <a:r>
              <a:rPr dirty="0" err="1"/>
              <a:t>Digitalisierung</a:t>
            </a:r>
            <a:r>
              <a:rPr lang="de-DE" dirty="0" err="1"/>
              <a:t>sprojekte</a:t>
            </a:r>
            <a:endParaRPr lang="de-DE" dirty="0"/>
          </a:p>
          <a:p>
            <a:pPr marL="228600" indent="-228600">
              <a:spcAft>
                <a:spcPts val="1500"/>
              </a:spcAft>
              <a:buClr>
                <a:srgbClr val="1A1A1A"/>
              </a:buClr>
              <a:buSzPct val="90000"/>
              <a:buFont typeface="Arial"/>
              <a:buChar char="•"/>
            </a:pPr>
            <a:r>
              <a:rPr lang="de-DE" dirty="0"/>
              <a:t>Seit 2017: Fokus auf Trainings und Change Begleitung im Bereich Agile Arbeit</a:t>
            </a:r>
          </a:p>
          <a:p>
            <a:pPr marL="228600" indent="-228600">
              <a:spcAft>
                <a:spcPts val="1500"/>
              </a:spcAft>
              <a:buClr>
                <a:srgbClr val="1A1A1A"/>
              </a:buClr>
              <a:buSzPct val="90000"/>
              <a:buFont typeface="Arial"/>
              <a:buChar char="•"/>
            </a:pPr>
            <a:r>
              <a:rPr dirty="0"/>
              <a:t>Seit 2023: </a:t>
            </a:r>
            <a:r>
              <a:rPr lang="de-DE" dirty="0"/>
              <a:t>Erste </a:t>
            </a:r>
            <a:r>
              <a:rPr dirty="0"/>
              <a:t>KI-</a:t>
            </a:r>
            <a:r>
              <a:rPr dirty="0" err="1"/>
              <a:t>Anwendertrainings</a:t>
            </a:r>
            <a:r>
              <a:rPr dirty="0"/>
              <a:t>, </a:t>
            </a:r>
            <a:r>
              <a:rPr dirty="0" err="1"/>
              <a:t>erste</a:t>
            </a:r>
            <a:r>
              <a:rPr dirty="0"/>
              <a:t> </a:t>
            </a:r>
            <a:r>
              <a:rPr lang="de-DE" dirty="0"/>
              <a:t>KI-</a:t>
            </a:r>
            <a:r>
              <a:rPr dirty="0"/>
              <a:t>Kunden </a:t>
            </a:r>
            <a:endParaRPr lang="de-DE" dirty="0"/>
          </a:p>
          <a:p>
            <a:pPr marL="228600" indent="-228600">
              <a:spcAft>
                <a:spcPts val="1500"/>
              </a:spcAft>
              <a:buClr>
                <a:srgbClr val="1A1A1A"/>
              </a:buClr>
              <a:buSzPct val="90000"/>
              <a:buFont typeface="Arial"/>
              <a:buChar char="•"/>
            </a:pPr>
            <a:r>
              <a:rPr dirty="0"/>
              <a:t>2024: </a:t>
            </a:r>
            <a:r>
              <a:rPr lang="de-DE" dirty="0"/>
              <a:t>E</a:t>
            </a:r>
            <a:r>
              <a:rPr dirty="0" err="1"/>
              <a:t>rstes</a:t>
            </a:r>
            <a:r>
              <a:rPr dirty="0"/>
              <a:t> </a:t>
            </a:r>
            <a:r>
              <a:rPr lang="de-DE" dirty="0"/>
              <a:t>dediziertes </a:t>
            </a:r>
            <a:r>
              <a:rPr dirty="0"/>
              <a:t>Copilot-Training </a:t>
            </a:r>
            <a:r>
              <a:rPr dirty="0" err="1"/>
              <a:t>entwickelt</a:t>
            </a:r>
            <a:r>
              <a:rPr dirty="0"/>
              <a:t> und </a:t>
            </a:r>
            <a:r>
              <a:rPr dirty="0" err="1"/>
              <a:t>durchgeführt</a:t>
            </a:r>
            <a:endParaRPr lang="de-DE" dirty="0"/>
          </a:p>
          <a:p>
            <a:pPr marL="228600" indent="-228600">
              <a:spcAft>
                <a:spcPts val="1500"/>
              </a:spcAft>
              <a:buClr>
                <a:srgbClr val="1A1A1A"/>
              </a:buClr>
              <a:buSzPct val="90000"/>
              <a:buFont typeface="Arial"/>
              <a:buChar char="•"/>
            </a:pPr>
            <a:r>
              <a:rPr dirty="0"/>
              <a:t>2025: </a:t>
            </a:r>
            <a:r>
              <a:rPr dirty="0" err="1"/>
              <a:t>Gründung</a:t>
            </a:r>
            <a:r>
              <a:rPr dirty="0"/>
              <a:t> der </a:t>
            </a:r>
            <a:r>
              <a:rPr dirty="0" err="1"/>
              <a:t>Copilotenschule</a:t>
            </a:r>
            <a:r>
              <a:rPr dirty="0"/>
              <a:t> </a:t>
            </a:r>
            <a:r>
              <a:rPr dirty="0" err="1"/>
              <a:t>als</a:t>
            </a:r>
            <a:r>
              <a:rPr dirty="0"/>
              <a:t> </a:t>
            </a:r>
            <a:r>
              <a:rPr dirty="0" err="1"/>
              <a:t>spezialisierte</a:t>
            </a:r>
            <a:r>
              <a:rPr dirty="0"/>
              <a:t> Marke für Microsoft Copilot</a:t>
            </a:r>
            <a:endParaRPr lang="de-DE" dirty="0"/>
          </a:p>
          <a:p>
            <a:pPr marL="228600" indent="-228600">
              <a:spcAft>
                <a:spcPts val="1500"/>
              </a:spcAft>
              <a:buClr>
                <a:srgbClr val="1A1A1A"/>
              </a:buClr>
              <a:buSzPct val="90000"/>
              <a:buFont typeface="Arial"/>
              <a:buChar char="•"/>
            </a:pPr>
            <a:r>
              <a:rPr lang="de-DE" dirty="0"/>
              <a:t>2026: Ausbau der </a:t>
            </a:r>
            <a:r>
              <a:rPr lang="de-DE" dirty="0" err="1"/>
              <a:t>Copilotenschule</a:t>
            </a:r>
            <a:r>
              <a:rPr lang="de-DE" dirty="0"/>
              <a:t> zum führenden Spezialanbieter in DACH</a:t>
            </a:r>
          </a:p>
        </p:txBody>
      </p:sp>
      <p:sp>
        <p:nvSpPr>
          <p:cNvPr id="3" name="Title 2"/>
          <p:cNvSpPr>
            <a:spLocks noGrp="1"/>
          </p:cNvSpPr>
          <p:nvPr>
            <p:ph type="title"/>
          </p:nvPr>
        </p:nvSpPr>
        <p:spPr/>
        <p:txBody>
          <a:bodyPr/>
          <a:lstStyle/>
          <a:p>
            <a:r>
              <a:t>Erfahrung, auf die Sie bauen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Unternehmen, die mit uns trainieren</a:t>
            </a:r>
          </a:p>
        </p:txBody>
      </p:sp>
      <p:sp>
        <p:nvSpPr>
          <p:cNvPr id="3" name="TextBox 2"/>
          <p:cNvSpPr txBox="1"/>
          <p:nvPr/>
        </p:nvSpPr>
        <p:spPr>
          <a:xfrm>
            <a:off x="1225296" y="1417320"/>
            <a:ext cx="9966960" cy="457200"/>
          </a:xfrm>
          <a:prstGeom prst="rect">
            <a:avLst/>
          </a:prstGeom>
          <a:noFill/>
        </p:spPr>
        <p:txBody>
          <a:bodyPr wrap="none">
            <a:spAutoFit/>
          </a:bodyPr>
          <a:lstStyle/>
          <a:p>
            <a:r>
              <a:rPr sz="2000" b="1">
                <a:solidFill>
                  <a:srgbClr val="CF2E2E"/>
                </a:solidFill>
              </a:rPr>
              <a:t>2.000+ ausgebildete Wissensarbeiter</a:t>
            </a:r>
          </a:p>
        </p:txBody>
      </p:sp>
      <p:pic>
        <p:nvPicPr>
          <p:cNvPr id="4" name="Picture 3" descr="rewe.png"/>
          <p:cNvPicPr>
            <a:picLocks noChangeAspect="1"/>
          </p:cNvPicPr>
          <p:nvPr/>
        </p:nvPicPr>
        <p:blipFill>
          <a:blip r:embed="rId2"/>
          <a:stretch>
            <a:fillRect/>
          </a:stretch>
        </p:blipFill>
        <p:spPr>
          <a:xfrm>
            <a:off x="891540" y="2677156"/>
            <a:ext cx="1212233" cy="421646"/>
          </a:xfrm>
          <a:prstGeom prst="rect">
            <a:avLst/>
          </a:prstGeom>
        </p:spPr>
      </p:pic>
      <p:pic>
        <p:nvPicPr>
          <p:cNvPr id="5" name="Picture 4" descr="pernod-ricard.png"/>
          <p:cNvPicPr>
            <a:picLocks noChangeAspect="1"/>
          </p:cNvPicPr>
          <p:nvPr/>
        </p:nvPicPr>
        <p:blipFill>
          <a:blip r:embed="rId3"/>
          <a:stretch>
            <a:fillRect/>
          </a:stretch>
        </p:blipFill>
        <p:spPr>
          <a:xfrm>
            <a:off x="2423813" y="2664526"/>
            <a:ext cx="1212233" cy="446906"/>
          </a:xfrm>
          <a:prstGeom prst="rect">
            <a:avLst/>
          </a:prstGeom>
        </p:spPr>
      </p:pic>
      <p:pic>
        <p:nvPicPr>
          <p:cNvPr id="6" name="Picture 5" descr="lekkerland.png"/>
          <p:cNvPicPr>
            <a:picLocks noChangeAspect="1"/>
          </p:cNvPicPr>
          <p:nvPr/>
        </p:nvPicPr>
        <p:blipFill>
          <a:blip r:embed="rId4"/>
          <a:stretch>
            <a:fillRect/>
          </a:stretch>
        </p:blipFill>
        <p:spPr>
          <a:xfrm>
            <a:off x="3956086" y="2698197"/>
            <a:ext cx="1212233" cy="379564"/>
          </a:xfrm>
          <a:prstGeom prst="rect">
            <a:avLst/>
          </a:prstGeom>
        </p:spPr>
      </p:pic>
      <p:pic>
        <p:nvPicPr>
          <p:cNvPr id="7" name="Picture 6" descr="marriott.png"/>
          <p:cNvPicPr>
            <a:picLocks noChangeAspect="1"/>
          </p:cNvPicPr>
          <p:nvPr/>
        </p:nvPicPr>
        <p:blipFill>
          <a:blip r:embed="rId5"/>
          <a:stretch>
            <a:fillRect/>
          </a:stretch>
        </p:blipFill>
        <p:spPr>
          <a:xfrm>
            <a:off x="5734831" y="2604516"/>
            <a:ext cx="719289" cy="566928"/>
          </a:xfrm>
          <a:prstGeom prst="rect">
            <a:avLst/>
          </a:prstGeom>
        </p:spPr>
      </p:pic>
      <p:pic>
        <p:nvPicPr>
          <p:cNvPr id="8" name="Picture 7" descr="med360grad.png"/>
          <p:cNvPicPr>
            <a:picLocks noChangeAspect="1"/>
          </p:cNvPicPr>
          <p:nvPr/>
        </p:nvPicPr>
        <p:blipFill>
          <a:blip r:embed="rId6"/>
          <a:stretch>
            <a:fillRect/>
          </a:stretch>
        </p:blipFill>
        <p:spPr>
          <a:xfrm>
            <a:off x="7020632" y="2764440"/>
            <a:ext cx="1212233" cy="247079"/>
          </a:xfrm>
          <a:prstGeom prst="rect">
            <a:avLst/>
          </a:prstGeom>
        </p:spPr>
      </p:pic>
      <p:pic>
        <p:nvPicPr>
          <p:cNvPr id="9" name="Picture 8" descr="ihk-nord-westfalen.png"/>
          <p:cNvPicPr>
            <a:picLocks noChangeAspect="1"/>
          </p:cNvPicPr>
          <p:nvPr/>
        </p:nvPicPr>
        <p:blipFill>
          <a:blip r:embed="rId7"/>
          <a:stretch>
            <a:fillRect/>
          </a:stretch>
        </p:blipFill>
        <p:spPr>
          <a:xfrm>
            <a:off x="8552905" y="2767058"/>
            <a:ext cx="1212233" cy="241842"/>
          </a:xfrm>
          <a:prstGeom prst="rect">
            <a:avLst/>
          </a:prstGeom>
        </p:spPr>
      </p:pic>
      <p:pic>
        <p:nvPicPr>
          <p:cNvPr id="10" name="Picture 9" descr="abbott.png"/>
          <p:cNvPicPr>
            <a:picLocks noChangeAspect="1"/>
          </p:cNvPicPr>
          <p:nvPr/>
        </p:nvPicPr>
        <p:blipFill>
          <a:blip r:embed="rId8"/>
          <a:stretch>
            <a:fillRect/>
          </a:stretch>
        </p:blipFill>
        <p:spPr>
          <a:xfrm>
            <a:off x="10085178" y="2735737"/>
            <a:ext cx="1212233" cy="304485"/>
          </a:xfrm>
          <a:prstGeom prst="rect">
            <a:avLst/>
          </a:prstGeom>
        </p:spPr>
      </p:pic>
      <p:pic>
        <p:nvPicPr>
          <p:cNvPr id="11" name="Picture 10" descr="kalorimeta.png"/>
          <p:cNvPicPr>
            <a:picLocks noChangeAspect="1"/>
          </p:cNvPicPr>
          <p:nvPr/>
        </p:nvPicPr>
        <p:blipFill>
          <a:blip r:embed="rId9"/>
          <a:stretch>
            <a:fillRect/>
          </a:stretch>
        </p:blipFill>
        <p:spPr>
          <a:xfrm>
            <a:off x="891540" y="3947422"/>
            <a:ext cx="1212233" cy="471915"/>
          </a:xfrm>
          <a:prstGeom prst="rect">
            <a:avLst/>
          </a:prstGeom>
        </p:spPr>
      </p:pic>
      <p:pic>
        <p:nvPicPr>
          <p:cNvPr id="12" name="Picture 11" descr="medical-wundmanagement.png"/>
          <p:cNvPicPr>
            <a:picLocks noChangeAspect="1"/>
          </p:cNvPicPr>
          <p:nvPr/>
        </p:nvPicPr>
        <p:blipFill>
          <a:blip r:embed="rId10"/>
          <a:stretch>
            <a:fillRect/>
          </a:stretch>
        </p:blipFill>
        <p:spPr>
          <a:xfrm>
            <a:off x="2423813" y="4035546"/>
            <a:ext cx="1212233" cy="295666"/>
          </a:xfrm>
          <a:prstGeom prst="rect">
            <a:avLst/>
          </a:prstGeom>
        </p:spPr>
      </p:pic>
      <p:pic>
        <p:nvPicPr>
          <p:cNvPr id="13" name="Picture 12" descr="al-group.png"/>
          <p:cNvPicPr>
            <a:picLocks noChangeAspect="1"/>
          </p:cNvPicPr>
          <p:nvPr/>
        </p:nvPicPr>
        <p:blipFill>
          <a:blip r:embed="rId11"/>
          <a:stretch>
            <a:fillRect/>
          </a:stretch>
        </p:blipFill>
        <p:spPr>
          <a:xfrm>
            <a:off x="4292912" y="3899916"/>
            <a:ext cx="538581" cy="566928"/>
          </a:xfrm>
          <a:prstGeom prst="rect">
            <a:avLst/>
          </a:prstGeom>
        </p:spPr>
      </p:pic>
      <p:pic>
        <p:nvPicPr>
          <p:cNvPr id="14" name="Picture 13" descr="atradius.png"/>
          <p:cNvPicPr>
            <a:picLocks noChangeAspect="1"/>
          </p:cNvPicPr>
          <p:nvPr/>
        </p:nvPicPr>
        <p:blipFill>
          <a:blip r:embed="rId12"/>
          <a:stretch>
            <a:fillRect/>
          </a:stretch>
        </p:blipFill>
        <p:spPr>
          <a:xfrm>
            <a:off x="5488359" y="4034639"/>
            <a:ext cx="1212233" cy="297480"/>
          </a:xfrm>
          <a:prstGeom prst="rect">
            <a:avLst/>
          </a:prstGeom>
        </p:spPr>
      </p:pic>
      <p:pic>
        <p:nvPicPr>
          <p:cNvPr id="15" name="Picture 14" descr="brand-kg.png"/>
          <p:cNvPicPr>
            <a:picLocks noChangeAspect="1"/>
          </p:cNvPicPr>
          <p:nvPr/>
        </p:nvPicPr>
        <p:blipFill>
          <a:blip r:embed="rId13"/>
          <a:stretch>
            <a:fillRect/>
          </a:stretch>
        </p:blipFill>
        <p:spPr>
          <a:xfrm>
            <a:off x="7020632" y="4028955"/>
            <a:ext cx="1212233" cy="308849"/>
          </a:xfrm>
          <a:prstGeom prst="rect">
            <a:avLst/>
          </a:prstGeom>
        </p:spPr>
      </p:pic>
      <p:pic>
        <p:nvPicPr>
          <p:cNvPr id="16" name="Picture 15" descr="compositiv.png"/>
          <p:cNvPicPr>
            <a:picLocks noChangeAspect="1"/>
          </p:cNvPicPr>
          <p:nvPr/>
        </p:nvPicPr>
        <p:blipFill>
          <a:blip r:embed="rId14"/>
          <a:stretch>
            <a:fillRect/>
          </a:stretch>
        </p:blipFill>
        <p:spPr>
          <a:xfrm>
            <a:off x="8552905" y="4031850"/>
            <a:ext cx="1212233" cy="303058"/>
          </a:xfrm>
          <a:prstGeom prst="rect">
            <a:avLst/>
          </a:prstGeom>
        </p:spPr>
      </p:pic>
      <p:pic>
        <p:nvPicPr>
          <p:cNvPr id="17" name="Picture 16" descr="kommunales-bildungswerk.png"/>
          <p:cNvPicPr>
            <a:picLocks noChangeAspect="1"/>
          </p:cNvPicPr>
          <p:nvPr/>
        </p:nvPicPr>
        <p:blipFill>
          <a:blip r:embed="rId15"/>
          <a:stretch>
            <a:fillRect/>
          </a:stretch>
        </p:blipFill>
        <p:spPr>
          <a:xfrm>
            <a:off x="10085178" y="3959926"/>
            <a:ext cx="1212233" cy="446906"/>
          </a:xfrm>
          <a:prstGeom prst="rect">
            <a:avLst/>
          </a:prstGeom>
        </p:spPr>
      </p:pic>
      <p:pic>
        <p:nvPicPr>
          <p:cNvPr id="18" name="Picture 17" descr="eckpfeiler-immobilien.png"/>
          <p:cNvPicPr>
            <a:picLocks noChangeAspect="1"/>
          </p:cNvPicPr>
          <p:nvPr/>
        </p:nvPicPr>
        <p:blipFill>
          <a:blip r:embed="rId16"/>
          <a:stretch>
            <a:fillRect/>
          </a:stretch>
        </p:blipFill>
        <p:spPr>
          <a:xfrm>
            <a:off x="891540" y="5289368"/>
            <a:ext cx="1212233" cy="378822"/>
          </a:xfrm>
          <a:prstGeom prst="rect">
            <a:avLst/>
          </a:prstGeom>
        </p:spPr>
      </p:pic>
      <p:pic>
        <p:nvPicPr>
          <p:cNvPr id="19" name="Picture 18" descr="hessisches-familienministerium.png"/>
          <p:cNvPicPr>
            <a:picLocks noChangeAspect="1"/>
          </p:cNvPicPr>
          <p:nvPr/>
        </p:nvPicPr>
        <p:blipFill>
          <a:blip r:embed="rId17"/>
          <a:stretch>
            <a:fillRect/>
          </a:stretch>
        </p:blipFill>
        <p:spPr>
          <a:xfrm>
            <a:off x="2794300" y="5195316"/>
            <a:ext cx="471258" cy="566928"/>
          </a:xfrm>
          <a:prstGeom prst="rect">
            <a:avLst/>
          </a:prstGeom>
        </p:spPr>
      </p:pic>
      <p:pic>
        <p:nvPicPr>
          <p:cNvPr id="20" name="Picture 19" descr="dyson.png"/>
          <p:cNvPicPr>
            <a:picLocks noChangeAspect="1"/>
          </p:cNvPicPr>
          <p:nvPr/>
        </p:nvPicPr>
        <p:blipFill>
          <a:blip r:embed="rId18"/>
          <a:stretch>
            <a:fillRect/>
          </a:stretch>
        </p:blipFill>
        <p:spPr>
          <a:xfrm>
            <a:off x="3956086" y="5247878"/>
            <a:ext cx="1212233" cy="461803"/>
          </a:xfrm>
          <a:prstGeom prst="rect">
            <a:avLst/>
          </a:prstGeom>
        </p:spPr>
      </p:pic>
      <p:pic>
        <p:nvPicPr>
          <p:cNvPr id="21" name="Picture 20" descr="audi.png"/>
          <p:cNvPicPr>
            <a:picLocks noChangeAspect="1"/>
          </p:cNvPicPr>
          <p:nvPr/>
        </p:nvPicPr>
        <p:blipFill>
          <a:blip r:embed="rId19"/>
          <a:stretch>
            <a:fillRect/>
          </a:stretch>
        </p:blipFill>
        <p:spPr>
          <a:xfrm>
            <a:off x="5635618" y="5195316"/>
            <a:ext cx="917714" cy="566928"/>
          </a:xfrm>
          <a:prstGeom prst="rect">
            <a:avLst/>
          </a:prstGeom>
        </p:spPr>
      </p:pic>
      <p:pic>
        <p:nvPicPr>
          <p:cNvPr id="22" name="Picture 21" descr="apogepha.png"/>
          <p:cNvPicPr>
            <a:picLocks noChangeAspect="1"/>
          </p:cNvPicPr>
          <p:nvPr/>
        </p:nvPicPr>
        <p:blipFill>
          <a:blip r:embed="rId20"/>
          <a:stretch>
            <a:fillRect/>
          </a:stretch>
        </p:blipFill>
        <p:spPr>
          <a:xfrm>
            <a:off x="7020632" y="5310414"/>
            <a:ext cx="1212233" cy="336731"/>
          </a:xfrm>
          <a:prstGeom prst="rect">
            <a:avLst/>
          </a:prstGeom>
        </p:spPr>
      </p:pic>
      <p:pic>
        <p:nvPicPr>
          <p:cNvPr id="23" name="Picture 22" descr="denys.png"/>
          <p:cNvPicPr>
            <a:picLocks noChangeAspect="1"/>
          </p:cNvPicPr>
          <p:nvPr/>
        </p:nvPicPr>
        <p:blipFill>
          <a:blip r:embed="rId21"/>
          <a:stretch>
            <a:fillRect/>
          </a:stretch>
        </p:blipFill>
        <p:spPr>
          <a:xfrm>
            <a:off x="8552905" y="5328658"/>
            <a:ext cx="1212233" cy="300243"/>
          </a:xfrm>
          <a:prstGeom prst="rect">
            <a:avLst/>
          </a:prstGeom>
        </p:spPr>
      </p:pic>
      <p:pic>
        <p:nvPicPr>
          <p:cNvPr id="24" name="Picture 23" descr="gutes-aus-hessen.png"/>
          <p:cNvPicPr>
            <a:picLocks noChangeAspect="1"/>
          </p:cNvPicPr>
          <p:nvPr/>
        </p:nvPicPr>
        <p:blipFill>
          <a:blip r:embed="rId22"/>
          <a:stretch>
            <a:fillRect/>
          </a:stretch>
        </p:blipFill>
        <p:spPr>
          <a:xfrm>
            <a:off x="10436177" y="5195316"/>
            <a:ext cx="510235" cy="566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09905" y="1737360"/>
            <a:ext cx="9418320" cy="3977640"/>
          </a:xfrm>
        </p:spPr>
        <p:txBody>
          <a:bodyPr wrap="square" anchor="ctr"/>
          <a:lstStyle/>
          <a:p>
            <a:pPr marL="228600" indent="-228600">
              <a:spcAft>
                <a:spcPts val="1500"/>
              </a:spcAft>
              <a:buClr>
                <a:srgbClr val="1A1A1A"/>
              </a:buClr>
              <a:buSzPct val="90000"/>
              <a:buFont typeface="Arial"/>
              <a:buChar char="•"/>
            </a:pPr>
            <a:r>
              <a:rPr b="1" dirty="0" err="1"/>
              <a:t>Spezialisierung</a:t>
            </a:r>
            <a:r>
              <a:rPr b="1" dirty="0"/>
              <a:t>:</a:t>
            </a:r>
            <a:r>
              <a:rPr dirty="0"/>
              <a:t> </a:t>
            </a:r>
            <a:r>
              <a:rPr dirty="0" err="1"/>
              <a:t>ausschließlich</a:t>
            </a:r>
            <a:r>
              <a:rPr dirty="0"/>
              <a:t> Microsoft Copilot, </a:t>
            </a:r>
            <a:r>
              <a:rPr dirty="0" err="1"/>
              <a:t>keine</a:t>
            </a:r>
            <a:r>
              <a:rPr dirty="0"/>
              <a:t> </a:t>
            </a:r>
            <a:r>
              <a:rPr dirty="0" err="1"/>
              <a:t>Themenstreuung</a:t>
            </a:r>
            <a:endParaRPr lang="de-DE" dirty="0"/>
          </a:p>
          <a:p>
            <a:pPr marL="228600" indent="-228600">
              <a:spcAft>
                <a:spcPts val="1500"/>
              </a:spcAft>
              <a:buClr>
                <a:srgbClr val="1A1A1A"/>
              </a:buClr>
              <a:buSzPct val="90000"/>
              <a:buFont typeface="Arial"/>
              <a:buChar char="•"/>
            </a:pPr>
            <a:r>
              <a:rPr b="1" dirty="0"/>
              <a:t>Live </a:t>
            </a:r>
            <a:r>
              <a:rPr b="1" dirty="0" err="1"/>
              <a:t>statt</a:t>
            </a:r>
            <a:r>
              <a:rPr b="1" dirty="0"/>
              <a:t> Video:</a:t>
            </a:r>
            <a:r>
              <a:rPr dirty="0"/>
              <a:t> </a:t>
            </a:r>
            <a:r>
              <a:rPr dirty="0" err="1"/>
              <a:t>jede</a:t>
            </a:r>
            <a:r>
              <a:rPr dirty="0"/>
              <a:t> Einheit </a:t>
            </a:r>
            <a:r>
              <a:rPr dirty="0" err="1"/>
              <a:t>mit</a:t>
            </a:r>
            <a:r>
              <a:rPr dirty="0"/>
              <a:t> </a:t>
            </a:r>
            <a:r>
              <a:rPr lang="de-DE" dirty="0"/>
              <a:t>ausgebildeter </a:t>
            </a:r>
            <a:r>
              <a:rPr dirty="0" err="1"/>
              <a:t>Trainerin</a:t>
            </a:r>
            <a:r>
              <a:rPr dirty="0"/>
              <a:t> </a:t>
            </a:r>
            <a:r>
              <a:rPr dirty="0" err="1"/>
              <a:t>oder</a:t>
            </a:r>
            <a:r>
              <a:rPr dirty="0"/>
              <a:t> Trainer, </a:t>
            </a:r>
            <a:r>
              <a:rPr dirty="0" err="1"/>
              <a:t>kein</a:t>
            </a:r>
            <a:r>
              <a:rPr dirty="0"/>
              <a:t> </a:t>
            </a:r>
            <a:r>
              <a:rPr dirty="0" err="1"/>
              <a:t>Selbstlernkurs</a:t>
            </a:r>
            <a:endParaRPr lang="de-DE" dirty="0"/>
          </a:p>
          <a:p>
            <a:pPr marL="228600" indent="-228600">
              <a:spcAft>
                <a:spcPts val="1500"/>
              </a:spcAft>
              <a:buClr>
                <a:srgbClr val="1A1A1A"/>
              </a:buClr>
              <a:buSzPct val="90000"/>
              <a:buFont typeface="Arial"/>
              <a:buChar char="•"/>
            </a:pPr>
            <a:r>
              <a:rPr b="1" dirty="0"/>
              <a:t>Praxis am </a:t>
            </a:r>
            <a:r>
              <a:rPr b="1" dirty="0" err="1"/>
              <a:t>Musterfall</a:t>
            </a:r>
            <a:r>
              <a:rPr b="1" dirty="0"/>
              <a:t>:</a:t>
            </a:r>
            <a:r>
              <a:rPr dirty="0"/>
              <a:t> </a:t>
            </a:r>
            <a:r>
              <a:rPr dirty="0" err="1"/>
              <a:t>geübt</a:t>
            </a:r>
            <a:r>
              <a:rPr dirty="0"/>
              <a:t> </a:t>
            </a:r>
            <a:r>
              <a:rPr dirty="0" err="1"/>
              <a:t>wird</a:t>
            </a:r>
            <a:r>
              <a:rPr dirty="0"/>
              <a:t> an </a:t>
            </a:r>
            <a:r>
              <a:rPr lang="de-DE" dirty="0"/>
              <a:t>bereitgestellten </a:t>
            </a:r>
            <a:r>
              <a:rPr dirty="0"/>
              <a:t>Demo-</a:t>
            </a:r>
            <a:r>
              <a:rPr dirty="0" err="1"/>
              <a:t>Daten</a:t>
            </a:r>
            <a:endParaRPr lang="de-DE" dirty="0"/>
          </a:p>
          <a:p>
            <a:pPr marL="228600" indent="-228600">
              <a:spcAft>
                <a:spcPts val="1500"/>
              </a:spcAft>
              <a:buClr>
                <a:srgbClr val="1A1A1A"/>
              </a:buClr>
              <a:buSzPct val="90000"/>
              <a:buFont typeface="Arial"/>
              <a:buChar char="•"/>
            </a:pPr>
            <a:r>
              <a:rPr b="1" dirty="0" err="1"/>
              <a:t>Wirksame</a:t>
            </a:r>
            <a:r>
              <a:rPr b="1" dirty="0"/>
              <a:t> </a:t>
            </a:r>
            <a:r>
              <a:rPr b="1" dirty="0" err="1"/>
              <a:t>Lernreise</a:t>
            </a:r>
            <a:r>
              <a:rPr b="1" dirty="0"/>
              <a:t>:</a:t>
            </a:r>
            <a:r>
              <a:rPr dirty="0"/>
              <a:t> </a:t>
            </a:r>
            <a:r>
              <a:rPr dirty="0" err="1"/>
              <a:t>rund</a:t>
            </a:r>
            <a:r>
              <a:rPr dirty="0"/>
              <a:t> 50 </a:t>
            </a:r>
            <a:r>
              <a:rPr dirty="0" err="1"/>
              <a:t>Prozent</a:t>
            </a:r>
            <a:r>
              <a:rPr dirty="0"/>
              <a:t> </a:t>
            </a:r>
            <a:r>
              <a:rPr dirty="0" err="1"/>
              <a:t>Übung</a:t>
            </a:r>
            <a:r>
              <a:rPr dirty="0"/>
              <a:t> und Transfer </a:t>
            </a:r>
            <a:r>
              <a:rPr dirty="0" err="1"/>
              <a:t>über</a:t>
            </a:r>
            <a:r>
              <a:rPr dirty="0"/>
              <a:t> </a:t>
            </a:r>
            <a:r>
              <a:rPr dirty="0" err="1"/>
              <a:t>mehrere</a:t>
            </a:r>
            <a:r>
              <a:rPr dirty="0"/>
              <a:t> </a:t>
            </a:r>
            <a:r>
              <a:rPr dirty="0" err="1"/>
              <a:t>Wochen</a:t>
            </a:r>
            <a:endParaRPr lang="de-DE" dirty="0"/>
          </a:p>
        </p:txBody>
      </p:sp>
      <p:sp>
        <p:nvSpPr>
          <p:cNvPr id="3" name="Title 2"/>
          <p:cNvSpPr>
            <a:spLocks noGrp="1"/>
          </p:cNvSpPr>
          <p:nvPr>
            <p:ph type="title"/>
          </p:nvPr>
        </p:nvSpPr>
        <p:spPr/>
        <p:txBody>
          <a:bodyPr/>
          <a:lstStyle/>
          <a:p>
            <a:r>
              <a:t>Warum die Copilotenschule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53440" y="2411596"/>
            <a:ext cx="9418320" cy="3977640"/>
          </a:xfrm>
        </p:spPr>
        <p:txBody>
          <a:bodyPr wrap="square" anchor="ctr"/>
          <a:lstStyle/>
          <a:p>
            <a:pPr marL="228600" indent="-228600">
              <a:spcAft>
                <a:spcPts val="1500"/>
              </a:spcAft>
              <a:buClr>
                <a:srgbClr val="1A1A1A"/>
              </a:buClr>
              <a:buSzPct val="90000"/>
              <a:buFont typeface="Arial"/>
              <a:buChar char="•"/>
            </a:pPr>
            <a:r>
              <a:rPr dirty="0"/>
              <a:t>Mehr </a:t>
            </a:r>
            <a:r>
              <a:rPr dirty="0" err="1"/>
              <a:t>Ergebnis</a:t>
            </a:r>
            <a:r>
              <a:rPr dirty="0"/>
              <a:t> in </a:t>
            </a:r>
            <a:r>
              <a:rPr dirty="0" err="1"/>
              <a:t>derselben</a:t>
            </a:r>
            <a:r>
              <a:rPr dirty="0"/>
              <a:t> Zeit, </a:t>
            </a:r>
            <a:r>
              <a:rPr dirty="0" err="1"/>
              <a:t>besonders</a:t>
            </a:r>
            <a:r>
              <a:rPr dirty="0"/>
              <a:t> </a:t>
            </a:r>
            <a:r>
              <a:rPr dirty="0" err="1"/>
              <a:t>bei</a:t>
            </a:r>
            <a:r>
              <a:rPr dirty="0"/>
              <a:t> </a:t>
            </a:r>
            <a:r>
              <a:rPr dirty="0" err="1"/>
              <a:t>Routinearbeit</a:t>
            </a:r>
            <a:r>
              <a:rPr lang="de-DE" dirty="0"/>
              <a:t>, also weniger Überstunden</a:t>
            </a:r>
          </a:p>
          <a:p>
            <a:pPr marL="228600" indent="-228600">
              <a:spcAft>
                <a:spcPts val="1500"/>
              </a:spcAft>
              <a:buClr>
                <a:srgbClr val="1A1A1A"/>
              </a:buClr>
              <a:buSzPct val="90000"/>
              <a:buFont typeface="Arial"/>
              <a:buChar char="•"/>
            </a:pPr>
            <a:r>
              <a:rPr dirty="0" err="1"/>
              <a:t>Unliebsame</a:t>
            </a:r>
            <a:r>
              <a:rPr dirty="0"/>
              <a:t> </a:t>
            </a:r>
            <a:r>
              <a:rPr dirty="0" err="1"/>
              <a:t>Aufgaben</a:t>
            </a:r>
            <a:r>
              <a:rPr dirty="0"/>
              <a:t> </a:t>
            </a:r>
            <a:r>
              <a:rPr lang="de-DE" dirty="0"/>
              <a:t>an die KI </a:t>
            </a:r>
            <a:r>
              <a:rPr dirty="0" err="1"/>
              <a:t>abgeben</a:t>
            </a:r>
            <a:r>
              <a:rPr dirty="0"/>
              <a:t>: </a:t>
            </a:r>
            <a:r>
              <a:rPr dirty="0" err="1"/>
              <a:t>Protokolle</a:t>
            </a:r>
            <a:r>
              <a:rPr dirty="0"/>
              <a:t>, </a:t>
            </a:r>
            <a:r>
              <a:rPr dirty="0" err="1"/>
              <a:t>Nachbereitung</a:t>
            </a:r>
            <a:r>
              <a:rPr dirty="0"/>
              <a:t>, Recherche</a:t>
            </a:r>
            <a:r>
              <a:rPr lang="de-DE" dirty="0"/>
              <a:t>, Fleißarbeit</a:t>
            </a:r>
          </a:p>
          <a:p>
            <a:pPr marL="228600" indent="-228600">
              <a:spcAft>
                <a:spcPts val="1500"/>
              </a:spcAft>
              <a:buClr>
                <a:srgbClr val="1A1A1A"/>
              </a:buClr>
              <a:buSzPct val="90000"/>
              <a:buFont typeface="Arial"/>
              <a:buChar char="•"/>
            </a:pPr>
            <a:r>
              <a:rPr dirty="0" err="1"/>
              <a:t>Qualität</a:t>
            </a:r>
            <a:r>
              <a:rPr dirty="0"/>
              <a:t> </a:t>
            </a:r>
            <a:r>
              <a:rPr dirty="0" err="1"/>
              <a:t>sichern</a:t>
            </a:r>
            <a:r>
              <a:rPr dirty="0"/>
              <a:t>: Copilot </a:t>
            </a:r>
            <a:r>
              <a:rPr dirty="0" err="1"/>
              <a:t>prüft</a:t>
            </a:r>
            <a:r>
              <a:rPr dirty="0"/>
              <a:t> und </a:t>
            </a:r>
            <a:r>
              <a:rPr dirty="0" err="1"/>
              <a:t>verbessert</a:t>
            </a:r>
            <a:r>
              <a:rPr dirty="0"/>
              <a:t> </a:t>
            </a:r>
            <a:r>
              <a:rPr dirty="0" err="1"/>
              <a:t>Sprache</a:t>
            </a:r>
            <a:r>
              <a:rPr dirty="0"/>
              <a:t> und </a:t>
            </a:r>
            <a:r>
              <a:rPr dirty="0" err="1"/>
              <a:t>Inhalt</a:t>
            </a:r>
            <a:r>
              <a:rPr lang="de-DE" dirty="0"/>
              <a:t>, das gibt Sicherheit</a:t>
            </a:r>
          </a:p>
          <a:p>
            <a:pPr marL="228600" indent="-228600">
              <a:spcAft>
                <a:spcPts val="1500"/>
              </a:spcAft>
              <a:buClr>
                <a:srgbClr val="1A1A1A"/>
              </a:buClr>
              <a:buSzPct val="90000"/>
              <a:buFont typeface="Arial"/>
              <a:buChar char="•"/>
            </a:pPr>
            <a:r>
              <a:rPr dirty="0"/>
              <a:t>Neue </a:t>
            </a:r>
            <a:r>
              <a:rPr dirty="0" err="1"/>
              <a:t>Fähigkeiten</a:t>
            </a:r>
            <a:r>
              <a:rPr dirty="0"/>
              <a:t>: </a:t>
            </a:r>
            <a:r>
              <a:rPr dirty="0" err="1"/>
              <a:t>Formeln</a:t>
            </a:r>
            <a:r>
              <a:rPr dirty="0"/>
              <a:t>, </a:t>
            </a:r>
            <a:r>
              <a:rPr lang="de-DE" dirty="0"/>
              <a:t>Datensätze, </a:t>
            </a:r>
            <a:r>
              <a:rPr dirty="0" err="1"/>
              <a:t>Auswertungen</a:t>
            </a:r>
            <a:r>
              <a:rPr dirty="0"/>
              <a:t> und </a:t>
            </a:r>
            <a:r>
              <a:rPr lang="de-DE" dirty="0"/>
              <a:t>Sprachen</a:t>
            </a:r>
            <a:r>
              <a:rPr dirty="0"/>
              <a:t> </a:t>
            </a:r>
            <a:r>
              <a:rPr lang="de-DE" dirty="0"/>
              <a:t>verstehen</a:t>
            </a:r>
          </a:p>
        </p:txBody>
      </p:sp>
      <p:sp>
        <p:nvSpPr>
          <p:cNvPr id="3" name="Title 2"/>
          <p:cNvSpPr>
            <a:spLocks noGrp="1"/>
          </p:cNvSpPr>
          <p:nvPr>
            <p:ph type="title"/>
          </p:nvPr>
        </p:nvSpPr>
        <p:spPr/>
        <p:txBody>
          <a:bodyPr/>
          <a:lstStyle/>
          <a:p>
            <a:r>
              <a:t>Was Copilot Ihren Mitarbeitenden bringt</a:t>
            </a:r>
          </a:p>
        </p:txBody>
      </p:sp>
      <p:sp>
        <p:nvSpPr>
          <p:cNvPr id="4" name="Textfeld 3">
            <a:extLst>
              <a:ext uri="{FF2B5EF4-FFF2-40B4-BE49-F238E27FC236}">
                <a16:creationId xmlns:a16="http://schemas.microsoft.com/office/drawing/2014/main" id="{F3271AB1-3BFC-CD99-0165-4E8B40D57A9B}"/>
              </a:ext>
            </a:extLst>
          </p:cNvPr>
          <p:cNvSpPr txBox="1"/>
          <p:nvPr/>
        </p:nvSpPr>
        <p:spPr>
          <a:xfrm>
            <a:off x="548639" y="2303417"/>
            <a:ext cx="10937967" cy="646331"/>
          </a:xfrm>
          <a:prstGeom prst="rect">
            <a:avLst/>
          </a:prstGeom>
          <a:noFill/>
        </p:spPr>
        <p:txBody>
          <a:bodyPr wrap="square" rtlCol="0">
            <a:spAutoFit/>
          </a:bodyPr>
          <a:lstStyle/>
          <a:p>
            <a:r>
              <a:rPr lang="de-DE" dirty="0"/>
              <a:t>Unsere Trainings sind viel mehr als ein Tool Training. Sie sind der Startschuss in eine neue Art zu arbeiten. Die Ängste und Einwände der Arbeitnehmer nehmen wir dabei ernst und sprechen darüber, was </a:t>
            </a:r>
            <a:r>
              <a:rPr lang="de-DE" b="1" dirty="0"/>
              <a:t>FÜR SIE </a:t>
            </a:r>
            <a:r>
              <a:rPr lang="de-DE" dirty="0"/>
              <a:t>drin ist.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3"/>
          </p:nvPr>
        </p:nvSpPr>
        <p:spPr/>
        <p:txBody>
          <a:bodyPr/>
          <a:lstStyle/>
          <a:p>
            <a:r>
              <a:t>IM FOKUS</a:t>
            </a:r>
          </a:p>
        </p:txBody>
      </p:sp>
      <p:sp>
        <p:nvSpPr>
          <p:cNvPr id="4" name="Title 3"/>
          <p:cNvSpPr>
            <a:spLocks noGrp="1"/>
          </p:cNvSpPr>
          <p:nvPr>
            <p:ph type="title"/>
          </p:nvPr>
        </p:nvSpPr>
        <p:spPr/>
        <p:txBody>
          <a:bodyPr/>
          <a:lstStyle/>
          <a:p>
            <a:r>
              <a:t>Die Lernreise</a:t>
            </a:r>
          </a:p>
        </p:txBody>
      </p:sp>
      <p:pic>
        <p:nvPicPr>
          <p:cNvPr id="5" name="Picture 4" descr="copilotenschule-motif-stripes.png"/>
          <p:cNvPicPr>
            <a:picLocks noChangeAspect="1"/>
          </p:cNvPicPr>
          <p:nvPr/>
        </p:nvPicPr>
        <p:blipFill>
          <a:blip r:embed="rId2"/>
          <a:stretch>
            <a:fillRect/>
          </a:stretch>
        </p:blipFill>
        <p:spPr>
          <a:xfrm>
            <a:off x="1092708" y="3210401"/>
            <a:ext cx="1234440" cy="4371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09905" y="1737360"/>
            <a:ext cx="9418320" cy="3977640"/>
          </a:xfrm>
        </p:spPr>
        <p:txBody>
          <a:bodyPr wrap="square" anchor="ctr"/>
          <a:lstStyle/>
          <a:p>
            <a:pPr marL="228600" indent="-228600">
              <a:spcAft>
                <a:spcPts val="1500"/>
              </a:spcAft>
              <a:buClr>
                <a:srgbClr val="1A1A1A"/>
              </a:buClr>
              <a:buSzPct val="90000"/>
              <a:buFont typeface="Arial"/>
              <a:buChar char="•"/>
            </a:pPr>
            <a:r>
              <a:rPr dirty="0" err="1"/>
              <a:t>Über</a:t>
            </a:r>
            <a:r>
              <a:rPr dirty="0"/>
              <a:t> </a:t>
            </a:r>
            <a:r>
              <a:rPr dirty="0" err="1"/>
              <a:t>mehrere</a:t>
            </a:r>
            <a:r>
              <a:rPr dirty="0"/>
              <a:t> </a:t>
            </a:r>
            <a:r>
              <a:rPr dirty="0" err="1"/>
              <a:t>Wochen</a:t>
            </a:r>
            <a:r>
              <a:rPr dirty="0"/>
              <a:t> </a:t>
            </a:r>
            <a:r>
              <a:rPr dirty="0" err="1"/>
              <a:t>verteilt</a:t>
            </a:r>
            <a:r>
              <a:rPr dirty="0"/>
              <a:t> </a:t>
            </a:r>
            <a:r>
              <a:rPr dirty="0" err="1"/>
              <a:t>statt</a:t>
            </a:r>
            <a:r>
              <a:rPr dirty="0"/>
              <a:t> </a:t>
            </a:r>
            <a:r>
              <a:rPr dirty="0" err="1"/>
              <a:t>einmalige</a:t>
            </a:r>
            <a:r>
              <a:rPr lang="de-DE" dirty="0" err="1"/>
              <a:t>r</a:t>
            </a:r>
            <a:r>
              <a:rPr lang="de-DE" dirty="0"/>
              <a:t> Informations-</a:t>
            </a:r>
            <a:r>
              <a:rPr lang="de-DE" dirty="0" err="1"/>
              <a:t>Überfluß</a:t>
            </a:r>
            <a:endParaRPr lang="de-DE" dirty="0"/>
          </a:p>
          <a:p>
            <a:pPr marL="228600" indent="-228600">
              <a:spcAft>
                <a:spcPts val="1500"/>
              </a:spcAft>
              <a:buClr>
                <a:srgbClr val="1A1A1A"/>
              </a:buClr>
              <a:buSzPct val="90000"/>
              <a:buFont typeface="Arial"/>
              <a:buChar char="•"/>
            </a:pPr>
            <a:r>
              <a:rPr dirty="0"/>
              <a:t>Rund 50 </a:t>
            </a:r>
            <a:r>
              <a:rPr dirty="0" err="1"/>
              <a:t>Prozent</a:t>
            </a:r>
            <a:r>
              <a:rPr dirty="0"/>
              <a:t> </a:t>
            </a:r>
            <a:r>
              <a:rPr dirty="0" err="1"/>
              <a:t>Übung</a:t>
            </a:r>
            <a:r>
              <a:rPr dirty="0"/>
              <a:t> in </a:t>
            </a:r>
            <a:r>
              <a:rPr dirty="0" err="1"/>
              <a:t>jeder</a:t>
            </a:r>
            <a:r>
              <a:rPr dirty="0"/>
              <a:t> Einheit</a:t>
            </a:r>
            <a:endParaRPr lang="de-DE" dirty="0"/>
          </a:p>
          <a:p>
            <a:pPr marL="228600" indent="-228600">
              <a:spcAft>
                <a:spcPts val="1500"/>
              </a:spcAft>
              <a:buClr>
                <a:srgbClr val="1A1A1A"/>
              </a:buClr>
              <a:buSzPct val="90000"/>
              <a:buFont typeface="Arial"/>
              <a:buChar char="•"/>
            </a:pPr>
            <a:r>
              <a:rPr lang="de-DE" dirty="0"/>
              <a:t>Selbständiger </a:t>
            </a:r>
            <a:r>
              <a:rPr dirty="0"/>
              <a:t>Transfer </a:t>
            </a:r>
            <a:r>
              <a:rPr lang="de-DE" dirty="0"/>
              <a:t>in den Arbeitsalltag </a:t>
            </a:r>
            <a:r>
              <a:rPr dirty="0" err="1"/>
              <a:t>zwischen</a:t>
            </a:r>
            <a:r>
              <a:rPr dirty="0"/>
              <a:t> den </a:t>
            </a:r>
            <a:r>
              <a:rPr dirty="0" err="1"/>
              <a:t>Terminen</a:t>
            </a:r>
            <a:endParaRPr lang="de-DE" dirty="0"/>
          </a:p>
          <a:p>
            <a:pPr marL="228600" indent="-228600">
              <a:spcAft>
                <a:spcPts val="1500"/>
              </a:spcAft>
              <a:buClr>
                <a:srgbClr val="1A1A1A"/>
              </a:buClr>
              <a:buSzPct val="90000"/>
              <a:buFont typeface="Arial"/>
              <a:buChar char="•"/>
            </a:pPr>
            <a:r>
              <a:rPr dirty="0" err="1"/>
              <a:t>Geübt</a:t>
            </a:r>
            <a:r>
              <a:rPr dirty="0"/>
              <a:t> </a:t>
            </a:r>
            <a:r>
              <a:rPr dirty="0" err="1"/>
              <a:t>wird</a:t>
            </a:r>
            <a:r>
              <a:rPr dirty="0"/>
              <a:t> an </a:t>
            </a:r>
            <a:r>
              <a:rPr dirty="0" err="1"/>
              <a:t>einem</a:t>
            </a:r>
            <a:r>
              <a:rPr dirty="0"/>
              <a:t> </a:t>
            </a:r>
            <a:r>
              <a:rPr dirty="0" err="1"/>
              <a:t>mitgebrachten</a:t>
            </a:r>
            <a:r>
              <a:rPr dirty="0"/>
              <a:t> </a:t>
            </a:r>
            <a:r>
              <a:rPr dirty="0" err="1"/>
              <a:t>Musterfall</a:t>
            </a:r>
            <a:r>
              <a:rPr dirty="0"/>
              <a:t> </a:t>
            </a:r>
            <a:r>
              <a:rPr dirty="0" err="1"/>
              <a:t>mit</a:t>
            </a:r>
            <a:r>
              <a:rPr dirty="0"/>
              <a:t> </a:t>
            </a:r>
            <a:r>
              <a:rPr dirty="0" err="1"/>
              <a:t>echten</a:t>
            </a:r>
            <a:r>
              <a:rPr dirty="0"/>
              <a:t> </a:t>
            </a:r>
            <a:r>
              <a:rPr dirty="0" err="1"/>
              <a:t>Dokumenten</a:t>
            </a:r>
            <a:r>
              <a:rPr lang="de-DE" dirty="0"/>
              <a:t> und kniffligen </a:t>
            </a:r>
            <a:r>
              <a:rPr lang="de-DE" dirty="0" err="1"/>
              <a:t>Herausforderunge</a:t>
            </a:r>
            <a:r>
              <a:rPr lang="de-DE" dirty="0"/>
              <a:t> in Kleingruppen</a:t>
            </a:r>
          </a:p>
          <a:p>
            <a:pPr marL="228600" indent="-228600">
              <a:spcAft>
                <a:spcPts val="1500"/>
              </a:spcAft>
              <a:buClr>
                <a:srgbClr val="1A1A1A"/>
              </a:buClr>
              <a:buSzPct val="90000"/>
              <a:buFont typeface="Arial"/>
              <a:buChar char="•"/>
            </a:pPr>
            <a:r>
              <a:rPr lang="de-DE" dirty="0"/>
              <a:t>Ideal: </a:t>
            </a:r>
            <a:r>
              <a:rPr dirty="0" err="1"/>
              <a:t>Getrennte</a:t>
            </a:r>
            <a:r>
              <a:rPr dirty="0"/>
              <a:t> Gruppen </a:t>
            </a:r>
            <a:r>
              <a:rPr dirty="0" err="1"/>
              <a:t>nach</a:t>
            </a:r>
            <a:r>
              <a:rPr dirty="0"/>
              <a:t> </a:t>
            </a:r>
            <a:r>
              <a:rPr dirty="0" err="1"/>
              <a:t>Lizenz</a:t>
            </a:r>
            <a:r>
              <a:rPr lang="de-DE" dirty="0"/>
              <a:t>typ</a:t>
            </a:r>
            <a:r>
              <a:rPr dirty="0"/>
              <a:t> und </a:t>
            </a:r>
            <a:r>
              <a:rPr dirty="0" err="1"/>
              <a:t>Vorkenntnis</a:t>
            </a:r>
            <a:r>
              <a:rPr dirty="0"/>
              <a:t>, </a:t>
            </a:r>
            <a:r>
              <a:rPr lang="de-DE" dirty="0"/>
              <a:t>im Regelfall </a:t>
            </a:r>
            <a:r>
              <a:rPr dirty="0"/>
              <a:t>bis 12 </a:t>
            </a:r>
            <a:r>
              <a:rPr dirty="0" err="1"/>
              <a:t>Teilnehmende</a:t>
            </a:r>
            <a:endParaRPr lang="de-DE" dirty="0"/>
          </a:p>
        </p:txBody>
      </p:sp>
      <p:sp>
        <p:nvSpPr>
          <p:cNvPr id="3" name="Title 2"/>
          <p:cNvSpPr>
            <a:spLocks noGrp="1"/>
          </p:cNvSpPr>
          <p:nvPr>
            <p:ph type="title"/>
          </p:nvPr>
        </p:nvSpPr>
        <p:spPr/>
        <p:txBody>
          <a:bodyPr/>
          <a:lstStyle/>
          <a:p>
            <a:r>
              <a:t>Warum die Lernreise wirkt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nchor="ctr"/>
          <a:lstStyle/>
          <a:p>
            <a:pPr marL="0" indent="0">
              <a:spcAft>
                <a:spcPts val="1500"/>
              </a:spcAft>
              <a:buNone/>
            </a:pPr>
            <a:r>
              <a:rPr lang="de-DE" sz="1800" b="1" dirty="0">
                <a:solidFill>
                  <a:srgbClr val="1F2D5A"/>
                </a:solidFill>
              </a:rPr>
              <a:t>Der Start: </a:t>
            </a:r>
            <a:r>
              <a:rPr sz="1800" b="1" dirty="0">
                <a:solidFill>
                  <a:srgbClr val="1F2D5A"/>
                </a:solidFill>
              </a:rPr>
              <a:t>Kick-off · 4 </a:t>
            </a:r>
            <a:r>
              <a:rPr sz="1800" b="1" dirty="0" err="1">
                <a:solidFill>
                  <a:srgbClr val="1F2D5A"/>
                </a:solidFill>
              </a:rPr>
              <a:t>Stunden</a:t>
            </a:r>
            <a:endParaRPr lang="de-DE" sz="1800" b="1" dirty="0">
              <a:solidFill>
                <a:srgbClr val="1F2D5A"/>
              </a:solidFill>
            </a:endParaRPr>
          </a:p>
          <a:p>
            <a:pPr marL="228600" indent="-228600">
              <a:spcAft>
                <a:spcPts val="1500"/>
              </a:spcAft>
              <a:buClr>
                <a:srgbClr val="1A1A1A"/>
              </a:buClr>
              <a:buSzPct val="90000"/>
              <a:buFont typeface="Arial"/>
              <a:buChar char="•"/>
            </a:pPr>
            <a:r>
              <a:rPr lang="de-DE" dirty="0"/>
              <a:t>Online oder bei Ihnen vor Ort</a:t>
            </a:r>
          </a:p>
          <a:p>
            <a:pPr marL="228600" indent="-228600">
              <a:spcAft>
                <a:spcPts val="1500"/>
              </a:spcAft>
              <a:buClr>
                <a:srgbClr val="1A1A1A"/>
              </a:buClr>
              <a:buSzPct val="90000"/>
              <a:buFont typeface="Arial"/>
              <a:buChar char="•"/>
            </a:pPr>
            <a:r>
              <a:rPr dirty="0" err="1"/>
              <a:t>Grundlagen</a:t>
            </a:r>
            <a:r>
              <a:rPr dirty="0"/>
              <a:t>, Mindset, </a:t>
            </a:r>
            <a:r>
              <a:rPr dirty="0" err="1"/>
              <a:t>Chancen</a:t>
            </a:r>
            <a:r>
              <a:rPr dirty="0"/>
              <a:t> und </a:t>
            </a:r>
            <a:r>
              <a:rPr dirty="0" err="1"/>
              <a:t>Grenzen</a:t>
            </a:r>
            <a:endParaRPr lang="de-DE" dirty="0"/>
          </a:p>
          <a:p>
            <a:pPr marL="228600" indent="-228600">
              <a:spcAft>
                <a:spcPts val="1500"/>
              </a:spcAft>
              <a:buClr>
                <a:srgbClr val="1A1A1A"/>
              </a:buClr>
              <a:buSzPct val="90000"/>
              <a:buFont typeface="Arial"/>
              <a:buChar char="•"/>
            </a:pPr>
            <a:r>
              <a:rPr lang="de-DE" dirty="0" err="1"/>
              <a:t>Advanced</a:t>
            </a:r>
            <a:r>
              <a:rPr lang="de-DE" dirty="0"/>
              <a:t> </a:t>
            </a:r>
            <a:r>
              <a:rPr dirty="0"/>
              <a:t>Prompting </a:t>
            </a:r>
            <a:r>
              <a:rPr dirty="0" err="1"/>
              <a:t>nach</a:t>
            </a:r>
            <a:r>
              <a:rPr dirty="0"/>
              <a:t> </a:t>
            </a:r>
            <a:r>
              <a:rPr lang="de-DE" dirty="0"/>
              <a:t>GCSE</a:t>
            </a:r>
            <a:r>
              <a:rPr dirty="0"/>
              <a:t> Formel</a:t>
            </a:r>
            <a:endParaRPr lang="de-DE" dirty="0"/>
          </a:p>
          <a:p>
            <a:pPr marL="228600" indent="-228600">
              <a:spcAft>
                <a:spcPts val="1500"/>
              </a:spcAft>
              <a:buClr>
                <a:srgbClr val="1A1A1A"/>
              </a:buClr>
              <a:buSzPct val="90000"/>
              <a:buFont typeface="Arial"/>
              <a:buChar char="•"/>
            </a:pPr>
            <a:r>
              <a:rPr dirty="0" err="1"/>
              <a:t>Datenschutz</a:t>
            </a:r>
            <a:r>
              <a:rPr dirty="0"/>
              <a:t>, Compliance, EU AI Act</a:t>
            </a:r>
            <a:endParaRPr lang="de-DE" dirty="0"/>
          </a:p>
        </p:txBody>
      </p:sp>
      <p:sp>
        <p:nvSpPr>
          <p:cNvPr id="3" name="Text Placeholder 2"/>
          <p:cNvSpPr>
            <a:spLocks noGrp="1"/>
          </p:cNvSpPr>
          <p:nvPr>
            <p:ph type="body" idx="2"/>
          </p:nvPr>
        </p:nvSpPr>
        <p:spPr/>
        <p:txBody>
          <a:bodyPr wrap="square" anchor="ctr"/>
          <a:lstStyle/>
          <a:p>
            <a:pPr marL="0" indent="0">
              <a:spcAft>
                <a:spcPts val="1500"/>
              </a:spcAft>
              <a:buNone/>
            </a:pPr>
            <a:r>
              <a:rPr lang="de-DE" sz="1800" b="1" dirty="0">
                <a:solidFill>
                  <a:srgbClr val="1F2D5A"/>
                </a:solidFill>
              </a:rPr>
              <a:t>Danach: </a:t>
            </a:r>
            <a:r>
              <a:rPr sz="1800" b="1" dirty="0">
                <a:solidFill>
                  <a:srgbClr val="1F2D5A"/>
                </a:solidFill>
              </a:rPr>
              <a:t>Vier </a:t>
            </a:r>
            <a:r>
              <a:rPr sz="1800" b="1" dirty="0" err="1">
                <a:solidFill>
                  <a:srgbClr val="1F2D5A"/>
                </a:solidFill>
              </a:rPr>
              <a:t>Einheiten</a:t>
            </a:r>
            <a:r>
              <a:rPr sz="1800" b="1" dirty="0">
                <a:solidFill>
                  <a:srgbClr val="1F2D5A"/>
                </a:solidFill>
              </a:rPr>
              <a:t> · je 2 </a:t>
            </a:r>
            <a:r>
              <a:rPr sz="1800" b="1" dirty="0" err="1">
                <a:solidFill>
                  <a:srgbClr val="1F2D5A"/>
                </a:solidFill>
              </a:rPr>
              <a:t>Stunden</a:t>
            </a:r>
            <a:endParaRPr lang="de-DE" sz="1800" b="1" dirty="0">
              <a:solidFill>
                <a:srgbClr val="1F2D5A"/>
              </a:solidFill>
            </a:endParaRPr>
          </a:p>
          <a:p>
            <a:pPr marL="228600" indent="-228600">
              <a:spcAft>
                <a:spcPts val="1500"/>
              </a:spcAft>
              <a:buClr>
                <a:srgbClr val="1A1A1A"/>
              </a:buClr>
              <a:buSzPct val="90000"/>
              <a:buFont typeface="Arial"/>
              <a:buChar char="•"/>
            </a:pPr>
            <a:r>
              <a:rPr dirty="0"/>
              <a:t>Einheit 1: Outlook und Teams</a:t>
            </a:r>
            <a:endParaRPr lang="de-DE" dirty="0"/>
          </a:p>
          <a:p>
            <a:pPr marL="228600" indent="-228600">
              <a:spcAft>
                <a:spcPts val="1500"/>
              </a:spcAft>
              <a:buClr>
                <a:srgbClr val="1A1A1A"/>
              </a:buClr>
              <a:buSzPct val="90000"/>
              <a:buFont typeface="Arial"/>
              <a:buChar char="•"/>
            </a:pPr>
            <a:r>
              <a:rPr dirty="0"/>
              <a:t>Einheit 2: Excel</a:t>
            </a:r>
            <a:endParaRPr lang="de-DE" dirty="0"/>
          </a:p>
          <a:p>
            <a:pPr marL="228600" indent="-228600">
              <a:spcAft>
                <a:spcPts val="1500"/>
              </a:spcAft>
              <a:buClr>
                <a:srgbClr val="1A1A1A"/>
              </a:buClr>
              <a:buSzPct val="90000"/>
              <a:buFont typeface="Arial"/>
              <a:buChar char="•"/>
            </a:pPr>
            <a:r>
              <a:rPr dirty="0"/>
              <a:t>Einheit 3: Word und PowerPoint</a:t>
            </a:r>
            <a:endParaRPr lang="de-DE" dirty="0"/>
          </a:p>
          <a:p>
            <a:pPr marL="228600" indent="-228600">
              <a:spcAft>
                <a:spcPts val="1500"/>
              </a:spcAft>
              <a:buClr>
                <a:srgbClr val="1A1A1A"/>
              </a:buClr>
              <a:buSzPct val="90000"/>
              <a:buFont typeface="Arial"/>
              <a:buChar char="•"/>
            </a:pPr>
            <a:r>
              <a:rPr dirty="0"/>
              <a:t>Einheit 4: </a:t>
            </a:r>
            <a:r>
              <a:rPr lang="de-DE" dirty="0"/>
              <a:t>Eigene </a:t>
            </a:r>
            <a:r>
              <a:rPr dirty="0" err="1"/>
              <a:t>Agenten</a:t>
            </a:r>
            <a:r>
              <a:rPr dirty="0"/>
              <a:t> und </a:t>
            </a:r>
            <a:r>
              <a:rPr dirty="0" err="1"/>
              <a:t>Automatisierung</a:t>
            </a:r>
            <a:endParaRPr lang="de-DE" dirty="0"/>
          </a:p>
        </p:txBody>
      </p:sp>
      <p:sp>
        <p:nvSpPr>
          <p:cNvPr id="4" name="Title 3"/>
          <p:cNvSpPr>
            <a:spLocks noGrp="1"/>
          </p:cNvSpPr>
          <p:nvPr>
            <p:ph type="title"/>
          </p:nvPr>
        </p:nvSpPr>
        <p:spPr/>
        <p:txBody>
          <a:bodyPr/>
          <a:lstStyle/>
          <a:p>
            <a:r>
              <a:t>Der Aufbau: Kick-off und vier Einheiten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09905" y="1737360"/>
            <a:ext cx="9418320" cy="3977640"/>
          </a:xfrm>
        </p:spPr>
        <p:txBody>
          <a:bodyPr wrap="square" anchor="ctr"/>
          <a:lstStyle/>
          <a:p>
            <a:pPr marL="228600" indent="-228600">
              <a:spcAft>
                <a:spcPts val="1500"/>
              </a:spcAft>
              <a:buClr>
                <a:srgbClr val="1A1A1A"/>
              </a:buClr>
              <a:buSzPct val="90000"/>
              <a:buFont typeface="Arial"/>
              <a:buChar char="•"/>
            </a:pPr>
            <a:r>
              <a:rPr dirty="0"/>
              <a:t>Copilot in Excel für </a:t>
            </a:r>
            <a:r>
              <a:rPr dirty="0" err="1"/>
              <a:t>Rechnungswesen</a:t>
            </a:r>
            <a:r>
              <a:rPr dirty="0"/>
              <a:t> und Controlling, </a:t>
            </a:r>
            <a:r>
              <a:rPr dirty="0" err="1"/>
              <a:t>als</a:t>
            </a:r>
            <a:r>
              <a:rPr dirty="0"/>
              <a:t> Halb- </a:t>
            </a:r>
            <a:r>
              <a:rPr dirty="0" err="1"/>
              <a:t>oder</a:t>
            </a:r>
            <a:r>
              <a:rPr dirty="0"/>
              <a:t> </a:t>
            </a:r>
            <a:r>
              <a:rPr dirty="0" err="1"/>
              <a:t>Ganztag</a:t>
            </a:r>
            <a:endParaRPr lang="de-DE" dirty="0"/>
          </a:p>
          <a:p>
            <a:pPr marL="228600" indent="-228600">
              <a:spcAft>
                <a:spcPts val="1500"/>
              </a:spcAft>
              <a:buClr>
                <a:srgbClr val="1A1A1A"/>
              </a:buClr>
              <a:buSzPct val="90000"/>
              <a:buFont typeface="Arial"/>
              <a:buChar char="•"/>
            </a:pPr>
            <a:r>
              <a:rPr dirty="0" err="1"/>
              <a:t>Betriebsrat</a:t>
            </a:r>
            <a:r>
              <a:rPr lang="de-DE" dirty="0"/>
              <a:t>s-Training und Workshops</a:t>
            </a:r>
            <a:r>
              <a:rPr dirty="0"/>
              <a:t>: </a:t>
            </a:r>
            <a:r>
              <a:rPr dirty="0" err="1"/>
              <a:t>Einführung</a:t>
            </a:r>
            <a:r>
              <a:rPr dirty="0"/>
              <a:t> und </a:t>
            </a:r>
            <a:r>
              <a:rPr dirty="0" err="1"/>
              <a:t>Gestaltung</a:t>
            </a:r>
            <a:r>
              <a:rPr dirty="0"/>
              <a:t> der KI-</a:t>
            </a:r>
            <a:r>
              <a:rPr dirty="0" err="1"/>
              <a:t>unterstützten</a:t>
            </a:r>
            <a:r>
              <a:rPr dirty="0"/>
              <a:t> Arbeit, Modul 1 und 2</a:t>
            </a:r>
            <a:endParaRPr lang="de-DE" dirty="0"/>
          </a:p>
          <a:p>
            <a:pPr marL="228600" indent="-228600">
              <a:spcAft>
                <a:spcPts val="1500"/>
              </a:spcAft>
              <a:buClr>
                <a:srgbClr val="1A1A1A"/>
              </a:buClr>
              <a:buSzPct val="90000"/>
              <a:buFont typeface="Arial"/>
              <a:buChar char="•"/>
            </a:pPr>
            <a:r>
              <a:rPr dirty="0" err="1"/>
              <a:t>Agenten</a:t>
            </a:r>
            <a:r>
              <a:rPr dirty="0"/>
              <a:t>-Workshop </a:t>
            </a:r>
            <a:r>
              <a:rPr lang="de-DE" dirty="0"/>
              <a:t>für Fortgeschrittene </a:t>
            </a:r>
            <a:r>
              <a:rPr dirty="0" err="1"/>
              <a:t>mit</a:t>
            </a:r>
            <a:r>
              <a:rPr dirty="0"/>
              <a:t> Copilot Studio für </a:t>
            </a:r>
            <a:r>
              <a:rPr dirty="0" err="1"/>
              <a:t>wiederkehrende</a:t>
            </a:r>
            <a:r>
              <a:rPr dirty="0"/>
              <a:t> </a:t>
            </a:r>
            <a:r>
              <a:rPr dirty="0" err="1"/>
              <a:t>Aufgaben</a:t>
            </a:r>
            <a:r>
              <a:rPr lang="de-DE" dirty="0"/>
              <a:t> und echte Prozessautomatisierung</a:t>
            </a:r>
          </a:p>
          <a:p>
            <a:pPr marL="228600" indent="-228600">
              <a:spcAft>
                <a:spcPts val="1500"/>
              </a:spcAft>
              <a:buClr>
                <a:srgbClr val="1A1A1A"/>
              </a:buClr>
              <a:buSzPct val="90000"/>
              <a:buFont typeface="Arial"/>
              <a:buChar char="•"/>
            </a:pPr>
            <a:r>
              <a:rPr dirty="0"/>
              <a:t>Die </a:t>
            </a:r>
            <a:r>
              <a:rPr lang="de-DE" dirty="0"/>
              <a:t>Copilot </a:t>
            </a:r>
            <a:r>
              <a:rPr dirty="0" err="1"/>
              <a:t>Einführung</a:t>
            </a:r>
            <a:r>
              <a:rPr dirty="0"/>
              <a:t> </a:t>
            </a:r>
            <a:r>
              <a:rPr dirty="0" err="1"/>
              <a:t>begleiten</a:t>
            </a:r>
            <a:r>
              <a:rPr dirty="0"/>
              <a:t> </a:t>
            </a:r>
            <a:r>
              <a:rPr dirty="0" err="1"/>
              <a:t>wir</a:t>
            </a:r>
            <a:r>
              <a:rPr dirty="0"/>
              <a:t> auf Wunsch</a:t>
            </a:r>
            <a:r>
              <a:rPr lang="de-DE" dirty="0"/>
              <a:t> auch mit weiteren Dienstleistungen</a:t>
            </a:r>
            <a:r>
              <a:rPr dirty="0"/>
              <a:t>: Change-</a:t>
            </a:r>
            <a:r>
              <a:rPr dirty="0" err="1"/>
              <a:t>Programm</a:t>
            </a:r>
            <a:r>
              <a:rPr dirty="0"/>
              <a:t>, </a:t>
            </a:r>
            <a:r>
              <a:rPr dirty="0" err="1"/>
              <a:t>Eventtag</a:t>
            </a:r>
            <a:r>
              <a:rPr lang="de-DE" dirty="0"/>
              <a:t> mit Stand in der Kantine</a:t>
            </a:r>
            <a:r>
              <a:rPr dirty="0"/>
              <a:t>, Keynote</a:t>
            </a:r>
            <a:r>
              <a:rPr lang="de-DE" dirty="0"/>
              <a:t>s, Desk-Drop Materialien… </a:t>
            </a:r>
          </a:p>
          <a:p>
            <a:pPr marL="228600" indent="-228600">
              <a:spcAft>
                <a:spcPts val="1500"/>
              </a:spcAft>
              <a:buClr>
                <a:srgbClr val="1A1A1A"/>
              </a:buClr>
              <a:buSzPct val="90000"/>
              <a:buFont typeface="Arial"/>
              <a:buChar char="•"/>
            </a:pPr>
            <a:r>
              <a:rPr dirty="0"/>
              <a:t>Details auf </a:t>
            </a:r>
            <a:r>
              <a:rPr dirty="0" err="1"/>
              <a:t>copilotenschule.de</a:t>
            </a:r>
            <a:endParaRPr lang="de-DE" dirty="0"/>
          </a:p>
        </p:txBody>
      </p:sp>
      <p:sp>
        <p:nvSpPr>
          <p:cNvPr id="3" name="Title 2"/>
          <p:cNvSpPr>
            <a:spLocks noGrp="1"/>
          </p:cNvSpPr>
          <p:nvPr>
            <p:ph type="title"/>
          </p:nvPr>
        </p:nvSpPr>
        <p:spPr/>
        <p:txBody>
          <a:bodyPr/>
          <a:lstStyle/>
          <a:p>
            <a:r>
              <a:t>Weitere Formate für Ihren Rollout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228039" y="2377440"/>
            <a:ext cx="6400800" cy="1645920"/>
          </a:xfrm>
        </p:spPr>
        <p:txBody>
          <a:bodyPr>
            <a:normAutofit/>
          </a:bodyPr>
          <a:lstStyle/>
          <a:p>
            <a:r>
              <a:rPr dirty="0"/>
              <a:t>Martin Lang</a:t>
            </a:r>
            <a:endParaRPr lang="de-DE" dirty="0"/>
          </a:p>
          <a:p>
            <a:endParaRPr lang="de-DE" dirty="0"/>
          </a:p>
          <a:p>
            <a:r>
              <a:rPr dirty="0" err="1"/>
              <a:t>martin@</a:t>
            </a:r>
            <a:r>
              <a:rPr lang="de-DE" dirty="0" err="1"/>
              <a:t>copilotenschule.de</a:t>
            </a:r>
            <a:endParaRPr dirty="0"/>
          </a:p>
          <a:p>
            <a:r>
              <a:rPr dirty="0"/>
              <a:t>Telefon 0160 7535453</a:t>
            </a:r>
          </a:p>
          <a:p>
            <a:r>
              <a:rPr dirty="0" err="1"/>
              <a:t>copilotenschule.de</a:t>
            </a:r>
            <a:endParaRPr lang="de-DE" dirty="0"/>
          </a:p>
          <a:p>
            <a:endParaRPr lang="de-DE" dirty="0"/>
          </a:p>
          <a:p>
            <a:endParaRPr dirty="0"/>
          </a:p>
        </p:txBody>
      </p:sp>
      <p:sp>
        <p:nvSpPr>
          <p:cNvPr id="3" name="Title 2"/>
          <p:cNvSpPr>
            <a:spLocks noGrp="1"/>
          </p:cNvSpPr>
          <p:nvPr>
            <p:ph type="title"/>
          </p:nvPr>
        </p:nvSpPr>
        <p:spPr/>
        <p:txBody>
          <a:bodyPr/>
          <a:lstStyle/>
          <a:p>
            <a:r>
              <a:rPr dirty="0" err="1"/>
              <a:t>Sprechen</a:t>
            </a:r>
            <a:r>
              <a:rPr dirty="0"/>
              <a:t> </a:t>
            </a:r>
            <a:r>
              <a:rPr dirty="0" err="1"/>
              <a:t>wir</a:t>
            </a:r>
            <a:r>
              <a:rPr dirty="0"/>
              <a:t> </a:t>
            </a:r>
            <a:r>
              <a:rPr dirty="0" err="1"/>
              <a:t>über</a:t>
            </a:r>
            <a:r>
              <a:rPr dirty="0"/>
              <a:t> </a:t>
            </a:r>
            <a:r>
              <a:rPr dirty="0" err="1"/>
              <a:t>Ihre</a:t>
            </a:r>
            <a:r>
              <a:rPr lang="de-DE" dirty="0"/>
              <a:t> Copiloten Reise</a:t>
            </a:r>
            <a:endParaRPr dirty="0"/>
          </a:p>
        </p:txBody>
      </p:sp>
    </p:spTree>
  </p:cSld>
  <p:clrMapOvr>
    <a:masterClrMapping/>
  </p:clrMapOvr>
</p:sld>
</file>

<file path=ppt/theme/theme1.xml><?xml version="1.0" encoding="utf-8"?>
<a:theme xmlns:a="http://schemas.openxmlformats.org/drawingml/2006/main" name="Copilotenschule">
  <a:themeElements>
    <a:clrScheme name="Copilotenschule">
      <a:dk1>
        <a:srgbClr val="1B2246"/>
      </a:dk1>
      <a:lt1>
        <a:srgbClr val="FFFFFF"/>
      </a:lt1>
      <a:dk2>
        <a:srgbClr val="313E72"/>
      </a:dk2>
      <a:lt2>
        <a:srgbClr val="F3F4F8"/>
      </a:lt2>
      <a:accent1>
        <a:srgbClr val="313E72"/>
      </a:accent1>
      <a:accent2>
        <a:srgbClr val="CF2E2E"/>
      </a:accent2>
      <a:accent3>
        <a:srgbClr val="67C7EF"/>
      </a:accent3>
      <a:accent4>
        <a:srgbClr val="5A6285"/>
      </a:accent4>
      <a:accent5>
        <a:srgbClr val="B9C0DC"/>
      </a:accent5>
      <a:accent6>
        <a:srgbClr val="1B2246"/>
      </a:accent6>
      <a:hlink>
        <a:srgbClr val="313E72"/>
      </a:hlink>
      <a:folHlink>
        <a:srgbClr val="5A6285"/>
      </a:folHlink>
    </a:clrScheme>
    <a:fontScheme name="Copilotenschule">
      <a:majorFont>
        <a:latin typeface="Aptos Display" panose="02110004020202020204"/>
        <a:ea typeface=""/>
        <a:cs typeface=""/>
      </a:majorFont>
      <a:minorFont>
        <a:latin typeface="Aptos" panose="02110004020202020204"/>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pilotenschule_Vorlage1" id="{AC11974B-B2ED-8246-87EE-C14FCB48EAA9}" vid="{DC71A14E-EE13-594A-B510-30107BA6C4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547</Words>
  <Application>Microsoft Macintosh PowerPoint</Application>
  <PresentationFormat>Breitbild</PresentationFormat>
  <Paragraphs>61</Paragraphs>
  <Slides>11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11</vt:i4>
      </vt:variant>
    </vt:vector>
  </HeadingPairs>
  <TitlesOfParts>
    <vt:vector size="16" baseType="lpstr">
      <vt:lpstr>Aptos</vt:lpstr>
      <vt:lpstr>Aptos Display</vt:lpstr>
      <vt:lpstr>Aptos Narrow</vt:lpstr>
      <vt:lpstr>Arial</vt:lpstr>
      <vt:lpstr>Copilotenschule</vt:lpstr>
      <vt:lpstr>Die Copilotenschule</vt:lpstr>
      <vt:lpstr>Wir machen nur eines: Microsoft Copilot</vt:lpstr>
      <vt:lpstr>Erfahrung, auf die Sie bauen</vt:lpstr>
      <vt:lpstr>Unternehmen, die mit uns trainieren</vt:lpstr>
      <vt:lpstr>Warum die Copilotenschule</vt:lpstr>
      <vt:lpstr>Was Copilot Ihren Mitarbeitenden bringt</vt:lpstr>
      <vt:lpstr>Die Lernreise</vt:lpstr>
      <vt:lpstr>Warum die Lernreise wirkt</vt:lpstr>
      <vt:lpstr>Der Aufbau: Kick-off und vier Einheiten</vt:lpstr>
      <vt:lpstr>Weitere Formate für Ihren Rollout</vt:lpstr>
      <vt:lpstr>Sprechen wir über Ihre Copiloten Reise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PowerPoint-Vorlage</dc:subject>
  <dc:creator>Martin Lang</dc:creator>
  <cp:keywords/>
  <dc:description>generated using python-pptx</dc:description>
  <cp:lastModifiedBy>Martin Lang</cp:lastModifiedBy>
  <cp:revision>10</cp:revision>
  <dcterms:created xsi:type="dcterms:W3CDTF">2026-09-27T17:35:56Z</dcterms:created>
  <dcterms:modified xsi:type="dcterms:W3CDTF">2026-10-02T19:10:42Z</dcterms:modified>
  <cp:category/>
  <dc:language>de-DE</dc:language>
</cp:coreProperties>
</file>